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9"/>
  </p:notesMasterIdLst>
  <p:handoutMasterIdLst>
    <p:handoutMasterId r:id="rId20"/>
  </p:handoutMasterIdLst>
  <p:sldIdLst>
    <p:sldId id="256" r:id="rId2"/>
    <p:sldId id="268" r:id="rId3"/>
    <p:sldId id="258" r:id="rId4"/>
    <p:sldId id="261" r:id="rId5"/>
    <p:sldId id="260" r:id="rId6"/>
    <p:sldId id="257" r:id="rId7"/>
    <p:sldId id="276" r:id="rId8"/>
    <p:sldId id="259" r:id="rId9"/>
    <p:sldId id="263" r:id="rId10"/>
    <p:sldId id="279" r:id="rId11"/>
    <p:sldId id="277" r:id="rId12"/>
    <p:sldId id="278" r:id="rId13"/>
    <p:sldId id="280" r:id="rId14"/>
    <p:sldId id="281" r:id="rId15"/>
    <p:sldId id="282" r:id="rId16"/>
    <p:sldId id="283" r:id="rId17"/>
    <p:sldId id="265" r:id="rId18"/>
  </p:sldIdLst>
  <p:sldSz cx="12192000" cy="6858000"/>
  <p:notesSz cx="6858000" cy="9144000"/>
  <p:embeddedFontLst>
    <p:embeddedFont>
      <p:font typeface="Calibri" panose="020F0502020204030204" pitchFamily="34" charset="0"/>
      <p:regular r:id="rId21"/>
      <p:bold r:id="rId22"/>
      <p:italic r:id="rId23"/>
      <p:boldItalic r:id="rId24"/>
    </p:embeddedFont>
    <p:embeddedFont>
      <p:font typeface="Calibri Light" panose="020F0302020204030204" pitchFamily="34" charset="0"/>
      <p:regular r:id="rId25"/>
      <p:italic r:id="rId26"/>
    </p:embeddedFont>
    <p:embeddedFont>
      <p:font typeface="Fira Sans" panose="020B0503050000020004" pitchFamily="34" charset="0"/>
      <p:regular r:id="rId27"/>
      <p:bold r:id="rId28"/>
      <p:italic r:id="rId29"/>
      <p:boldItalic r:id="rId30"/>
    </p:embeddedFont>
    <p:embeddedFont>
      <p:font typeface="Fira Sans Medium" panose="020F0502020204030204" pitchFamily="34" charset="0"/>
      <p:regular r:id="rId31"/>
      <p:italic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guide id="3" pos="415" userDrawn="1">
          <p15:clr>
            <a:srgbClr val="A4A3A4"/>
          </p15:clr>
        </p15:guide>
        <p15:guide id="4" pos="7242" userDrawn="1">
          <p15:clr>
            <a:srgbClr val="A4A3A4"/>
          </p15:clr>
        </p15:guide>
        <p15:guide id="5" orient="horz" pos="300" userDrawn="1">
          <p15:clr>
            <a:srgbClr val="A4A3A4"/>
          </p15:clr>
        </p15:guide>
        <p15:guide id="6" orient="horz" pos="4020" userDrawn="1">
          <p15:clr>
            <a:srgbClr val="A4A3A4"/>
          </p15:clr>
        </p15:guide>
        <p15:guide id="7" pos="5768" userDrawn="1">
          <p15:clr>
            <a:srgbClr val="A4A3A4"/>
          </p15:clr>
        </p15:guide>
        <p15:guide id="8" orient="horz" pos="24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A542"/>
    <a:srgbClr val="FF9900"/>
    <a:srgbClr val="00674B"/>
    <a:srgbClr val="00AAE1"/>
    <a:srgbClr val="131921"/>
    <a:srgbClr val="D9D9D9"/>
    <a:srgbClr val="232F3E"/>
    <a:srgbClr val="181717"/>
    <a:srgbClr val="E15436"/>
    <a:srgbClr val="05A0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63" autoAdjust="0"/>
    <p:restoredTop sz="96283" autoAdjust="0"/>
  </p:normalViewPr>
  <p:slideViewPr>
    <p:cSldViewPr snapToGrid="0" showGuides="1">
      <p:cViewPr varScale="1">
        <p:scale>
          <a:sx n="127" d="100"/>
          <a:sy n="127" d="100"/>
        </p:scale>
        <p:origin x="752" y="184"/>
      </p:cViewPr>
      <p:guideLst>
        <p:guide orient="horz" pos="2137"/>
        <p:guide pos="3840"/>
        <p:guide pos="415"/>
        <p:guide pos="7242"/>
        <p:guide orient="horz" pos="300"/>
        <p:guide orient="horz" pos="4020"/>
        <p:guide pos="5768"/>
        <p:guide orient="horz" pos="2432"/>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84F051E-2EB3-7465-2E5F-2E5DAF87A9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588E279-42EC-1E3F-8E1E-68069382AC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98FD75-252C-164E-A807-3D761AF463CA}" type="datetimeFigureOut">
              <a:rPr lang="en-US" smtClean="0"/>
              <a:t>9/8/23</a:t>
            </a:fld>
            <a:endParaRPr lang="en-US"/>
          </a:p>
        </p:txBody>
      </p:sp>
      <p:sp>
        <p:nvSpPr>
          <p:cNvPr id="4" name="Footer Placeholder 3">
            <a:extLst>
              <a:ext uri="{FF2B5EF4-FFF2-40B4-BE49-F238E27FC236}">
                <a16:creationId xmlns:a16="http://schemas.microsoft.com/office/drawing/2014/main" id="{CB633C45-B629-F470-652C-CD852882722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0C609FD-B762-37D2-E895-91D13B5F92C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96A87AC-3E70-7A40-8D57-4558630F8246}" type="slidenum">
              <a:rPr lang="en-US" smtClean="0"/>
              <a:t>‹#›</a:t>
            </a:fld>
            <a:endParaRPr lang="en-US"/>
          </a:p>
        </p:txBody>
      </p:sp>
    </p:spTree>
    <p:extLst>
      <p:ext uri="{BB962C8B-B14F-4D97-AF65-F5344CB8AC3E}">
        <p14:creationId xmlns:p14="http://schemas.microsoft.com/office/powerpoint/2010/main" val="390068708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0C91E5-4991-2441-AE1D-5EA496F00A32}" type="datetimeFigureOut">
              <a:rPr lang="en-US" smtClean="0"/>
              <a:t>9/8/23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4E8A9F-B1D7-754D-8FA0-E8EF733BE0AF}" type="slidenum">
              <a:rPr lang="en-US" smtClean="0"/>
              <a:t>‹#›</a:t>
            </a:fld>
            <a:endParaRPr lang="en-US"/>
          </a:p>
        </p:txBody>
      </p:sp>
    </p:spTree>
    <p:extLst>
      <p:ext uri="{BB962C8B-B14F-4D97-AF65-F5344CB8AC3E}">
        <p14:creationId xmlns:p14="http://schemas.microsoft.com/office/powerpoint/2010/main" val="35974745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2960CAF-861B-4DA5-991A-1546B2B4F195}"/>
              </a:ext>
            </a:extLst>
          </p:cNvPr>
          <p:cNvSpPr>
            <a:spLocks noGrp="1"/>
          </p:cNvSpPr>
          <p:nvPr>
            <p:ph type="pic" sz="quarter" idx="10"/>
          </p:nvPr>
        </p:nvSpPr>
        <p:spPr>
          <a:xfrm>
            <a:off x="7353299" y="1095375"/>
            <a:ext cx="3590925" cy="4667250"/>
          </a:xfrm>
          <a:custGeom>
            <a:avLst/>
            <a:gdLst>
              <a:gd name="connsiteX0" fmla="*/ 312734 w 3590925"/>
              <a:gd name="connsiteY0" fmla="*/ 0 h 4667250"/>
              <a:gd name="connsiteX1" fmla="*/ 3278191 w 3590925"/>
              <a:gd name="connsiteY1" fmla="*/ 0 h 4667250"/>
              <a:gd name="connsiteX2" fmla="*/ 3590925 w 3590925"/>
              <a:gd name="connsiteY2" fmla="*/ 312734 h 4667250"/>
              <a:gd name="connsiteX3" fmla="*/ 3590925 w 3590925"/>
              <a:gd name="connsiteY3" fmla="*/ 4354516 h 4667250"/>
              <a:gd name="connsiteX4" fmla="*/ 3278191 w 3590925"/>
              <a:gd name="connsiteY4" fmla="*/ 4667250 h 4667250"/>
              <a:gd name="connsiteX5" fmla="*/ 312734 w 3590925"/>
              <a:gd name="connsiteY5" fmla="*/ 4667250 h 4667250"/>
              <a:gd name="connsiteX6" fmla="*/ 0 w 3590925"/>
              <a:gd name="connsiteY6" fmla="*/ 4354516 h 4667250"/>
              <a:gd name="connsiteX7" fmla="*/ 0 w 3590925"/>
              <a:gd name="connsiteY7" fmla="*/ 312734 h 4667250"/>
              <a:gd name="connsiteX8" fmla="*/ 312734 w 3590925"/>
              <a:gd name="connsiteY8" fmla="*/ 0 h 466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90925" h="4667250">
                <a:moveTo>
                  <a:pt x="312734" y="0"/>
                </a:moveTo>
                <a:lnTo>
                  <a:pt x="3278191" y="0"/>
                </a:lnTo>
                <a:cubicBezTo>
                  <a:pt x="3450909" y="0"/>
                  <a:pt x="3590925" y="140016"/>
                  <a:pt x="3590925" y="312734"/>
                </a:cubicBezTo>
                <a:lnTo>
                  <a:pt x="3590925" y="4354516"/>
                </a:lnTo>
                <a:cubicBezTo>
                  <a:pt x="3590925" y="4527234"/>
                  <a:pt x="3450909" y="4667250"/>
                  <a:pt x="3278191" y="4667250"/>
                </a:cubicBezTo>
                <a:lnTo>
                  <a:pt x="312734" y="4667250"/>
                </a:lnTo>
                <a:cubicBezTo>
                  <a:pt x="140016" y="4667250"/>
                  <a:pt x="0" y="4527234"/>
                  <a:pt x="0" y="4354516"/>
                </a:cubicBezTo>
                <a:lnTo>
                  <a:pt x="0" y="312734"/>
                </a:lnTo>
                <a:cubicBezTo>
                  <a:pt x="0" y="140016"/>
                  <a:pt x="140016" y="0"/>
                  <a:pt x="312734" y="0"/>
                </a:cubicBezTo>
                <a:close/>
              </a:path>
            </a:pathLst>
          </a:custGeom>
        </p:spPr>
        <p:txBody>
          <a:bodyPr wrap="square">
            <a:noAutofit/>
          </a:bodyPr>
          <a:lstStyle/>
          <a:p>
            <a:endParaRPr lang="en-IN"/>
          </a:p>
        </p:txBody>
      </p:sp>
    </p:spTree>
    <p:extLst>
      <p:ext uri="{BB962C8B-B14F-4D97-AF65-F5344CB8AC3E}">
        <p14:creationId xmlns:p14="http://schemas.microsoft.com/office/powerpoint/2010/main" val="2712756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67F81A14-FB9F-46B7-B6FB-EA02364F7CFE}"/>
              </a:ext>
            </a:extLst>
          </p:cNvPr>
          <p:cNvSpPr>
            <a:spLocks noGrp="1"/>
          </p:cNvSpPr>
          <p:nvPr>
            <p:ph type="pic" sz="quarter" idx="10"/>
          </p:nvPr>
        </p:nvSpPr>
        <p:spPr>
          <a:xfrm>
            <a:off x="1089025" y="1937268"/>
            <a:ext cx="5206611" cy="3349690"/>
          </a:xfrm>
          <a:custGeom>
            <a:avLst/>
            <a:gdLst>
              <a:gd name="connsiteX0" fmla="*/ 139180 w 5206611"/>
              <a:gd name="connsiteY0" fmla="*/ 0 h 3349690"/>
              <a:gd name="connsiteX1" fmla="*/ 5067431 w 5206611"/>
              <a:gd name="connsiteY1" fmla="*/ 0 h 3349690"/>
              <a:gd name="connsiteX2" fmla="*/ 5206611 w 5206611"/>
              <a:gd name="connsiteY2" fmla="*/ 139180 h 3349690"/>
              <a:gd name="connsiteX3" fmla="*/ 5206611 w 5206611"/>
              <a:gd name="connsiteY3" fmla="*/ 3210510 h 3349690"/>
              <a:gd name="connsiteX4" fmla="*/ 5067431 w 5206611"/>
              <a:gd name="connsiteY4" fmla="*/ 3349690 h 3349690"/>
              <a:gd name="connsiteX5" fmla="*/ 139180 w 5206611"/>
              <a:gd name="connsiteY5" fmla="*/ 3349690 h 3349690"/>
              <a:gd name="connsiteX6" fmla="*/ 0 w 5206611"/>
              <a:gd name="connsiteY6" fmla="*/ 3210510 h 3349690"/>
              <a:gd name="connsiteX7" fmla="*/ 0 w 5206611"/>
              <a:gd name="connsiteY7" fmla="*/ 139180 h 3349690"/>
              <a:gd name="connsiteX8" fmla="*/ 139180 w 5206611"/>
              <a:gd name="connsiteY8" fmla="*/ 0 h 3349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06611" h="3349690">
                <a:moveTo>
                  <a:pt x="139180" y="0"/>
                </a:moveTo>
                <a:lnTo>
                  <a:pt x="5067431" y="0"/>
                </a:lnTo>
                <a:cubicBezTo>
                  <a:pt x="5144298" y="0"/>
                  <a:pt x="5206611" y="62313"/>
                  <a:pt x="5206611" y="139180"/>
                </a:cubicBezTo>
                <a:lnTo>
                  <a:pt x="5206611" y="3210510"/>
                </a:lnTo>
                <a:cubicBezTo>
                  <a:pt x="5206611" y="3287377"/>
                  <a:pt x="5144298" y="3349690"/>
                  <a:pt x="5067431" y="3349690"/>
                </a:cubicBezTo>
                <a:lnTo>
                  <a:pt x="139180" y="3349690"/>
                </a:lnTo>
                <a:cubicBezTo>
                  <a:pt x="62313" y="3349690"/>
                  <a:pt x="0" y="3287377"/>
                  <a:pt x="0" y="3210510"/>
                </a:cubicBezTo>
                <a:lnTo>
                  <a:pt x="0" y="139180"/>
                </a:lnTo>
                <a:cubicBezTo>
                  <a:pt x="0" y="62313"/>
                  <a:pt x="62313" y="0"/>
                  <a:pt x="139180" y="0"/>
                </a:cubicBezTo>
                <a:close/>
              </a:path>
            </a:pathLst>
          </a:custGeom>
        </p:spPr>
        <p:txBody>
          <a:bodyPr wrap="square">
            <a:noAutofit/>
          </a:bodyPr>
          <a:lstStyle/>
          <a:p>
            <a:endParaRPr lang="en-IN"/>
          </a:p>
        </p:txBody>
      </p:sp>
      <p:sp>
        <p:nvSpPr>
          <p:cNvPr id="16" name="Picture Placeholder 15">
            <a:extLst>
              <a:ext uri="{FF2B5EF4-FFF2-40B4-BE49-F238E27FC236}">
                <a16:creationId xmlns:a16="http://schemas.microsoft.com/office/drawing/2014/main" id="{6FE1E317-8122-4D45-8E3E-80072EC743BF}"/>
              </a:ext>
            </a:extLst>
          </p:cNvPr>
          <p:cNvSpPr>
            <a:spLocks noGrp="1"/>
          </p:cNvSpPr>
          <p:nvPr>
            <p:ph type="pic" sz="quarter" idx="11"/>
          </p:nvPr>
        </p:nvSpPr>
        <p:spPr>
          <a:xfrm>
            <a:off x="5781160" y="2620011"/>
            <a:ext cx="1427728" cy="2933647"/>
          </a:xfrm>
          <a:custGeom>
            <a:avLst/>
            <a:gdLst>
              <a:gd name="connsiteX0" fmla="*/ 187889 w 1427728"/>
              <a:gd name="connsiteY0" fmla="*/ 0 h 2933647"/>
              <a:gd name="connsiteX1" fmla="*/ 1239839 w 1427728"/>
              <a:gd name="connsiteY1" fmla="*/ 0 h 2933647"/>
              <a:gd name="connsiteX2" fmla="*/ 1427728 w 1427728"/>
              <a:gd name="connsiteY2" fmla="*/ 187889 h 2933647"/>
              <a:gd name="connsiteX3" fmla="*/ 1427728 w 1427728"/>
              <a:gd name="connsiteY3" fmla="*/ 2745758 h 2933647"/>
              <a:gd name="connsiteX4" fmla="*/ 1239839 w 1427728"/>
              <a:gd name="connsiteY4" fmla="*/ 2933647 h 2933647"/>
              <a:gd name="connsiteX5" fmla="*/ 187889 w 1427728"/>
              <a:gd name="connsiteY5" fmla="*/ 2933647 h 2933647"/>
              <a:gd name="connsiteX6" fmla="*/ 0 w 1427728"/>
              <a:gd name="connsiteY6" fmla="*/ 2745758 h 2933647"/>
              <a:gd name="connsiteX7" fmla="*/ 0 w 1427728"/>
              <a:gd name="connsiteY7" fmla="*/ 187889 h 2933647"/>
              <a:gd name="connsiteX8" fmla="*/ 187889 w 1427728"/>
              <a:gd name="connsiteY8" fmla="*/ 0 h 2933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7728" h="2933647">
                <a:moveTo>
                  <a:pt x="187889" y="0"/>
                </a:moveTo>
                <a:lnTo>
                  <a:pt x="1239839" y="0"/>
                </a:lnTo>
                <a:cubicBezTo>
                  <a:pt x="1343607" y="0"/>
                  <a:pt x="1427728" y="84121"/>
                  <a:pt x="1427728" y="187889"/>
                </a:cubicBezTo>
                <a:lnTo>
                  <a:pt x="1427728" y="2745758"/>
                </a:lnTo>
                <a:cubicBezTo>
                  <a:pt x="1427728" y="2849526"/>
                  <a:pt x="1343607" y="2933647"/>
                  <a:pt x="1239839" y="2933647"/>
                </a:cubicBezTo>
                <a:lnTo>
                  <a:pt x="187889" y="2933647"/>
                </a:lnTo>
                <a:cubicBezTo>
                  <a:pt x="84121" y="2933647"/>
                  <a:pt x="0" y="2849526"/>
                  <a:pt x="0" y="2745758"/>
                </a:cubicBezTo>
                <a:lnTo>
                  <a:pt x="0" y="187889"/>
                </a:lnTo>
                <a:cubicBezTo>
                  <a:pt x="0" y="84121"/>
                  <a:pt x="84121" y="0"/>
                  <a:pt x="187889" y="0"/>
                </a:cubicBezTo>
                <a:close/>
              </a:path>
            </a:pathLst>
          </a:custGeom>
        </p:spPr>
        <p:txBody>
          <a:bodyPr wrap="square">
            <a:noAutofit/>
          </a:bodyPr>
          <a:lstStyle/>
          <a:p>
            <a:endParaRPr lang="en-IN" dirty="0"/>
          </a:p>
        </p:txBody>
      </p:sp>
    </p:spTree>
    <p:extLst>
      <p:ext uri="{BB962C8B-B14F-4D97-AF65-F5344CB8AC3E}">
        <p14:creationId xmlns:p14="http://schemas.microsoft.com/office/powerpoint/2010/main" val="3173447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0354F-2012-4029-9730-271EC3635E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ED8C55F-E642-46A2-AC21-9964AA5539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71242C-FDCE-4D21-B817-E558F4685B08}"/>
              </a:ext>
            </a:extLst>
          </p:cNvPr>
          <p:cNvSpPr>
            <a:spLocks noGrp="1"/>
          </p:cNvSpPr>
          <p:nvPr>
            <p:ph type="dt" sz="half" idx="10"/>
          </p:nvPr>
        </p:nvSpPr>
        <p:spPr/>
        <p:txBody>
          <a:bodyPr/>
          <a:lstStyle/>
          <a:p>
            <a:fld id="{98B8ED53-04B1-4CE0-9945-0D8638B42437}" type="datetimeFigureOut">
              <a:rPr lang="en-IN" smtClean="0"/>
              <a:t>08/09/23</a:t>
            </a:fld>
            <a:endParaRPr lang="en-IN"/>
          </a:p>
        </p:txBody>
      </p:sp>
      <p:sp>
        <p:nvSpPr>
          <p:cNvPr id="5" name="Footer Placeholder 4">
            <a:extLst>
              <a:ext uri="{FF2B5EF4-FFF2-40B4-BE49-F238E27FC236}">
                <a16:creationId xmlns:a16="http://schemas.microsoft.com/office/drawing/2014/main" id="{13E195A9-FA22-4C81-9F51-1591A4449A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D40D58-B8D1-4908-83F2-66FB74081460}"/>
              </a:ext>
            </a:extLst>
          </p:cNvPr>
          <p:cNvSpPr>
            <a:spLocks noGrp="1"/>
          </p:cNvSpPr>
          <p:nvPr>
            <p:ph type="sldNum" sz="quarter" idx="12"/>
          </p:nvPr>
        </p:nvSpPr>
        <p:spPr/>
        <p:txBody>
          <a:bodyPr/>
          <a:lstStyle/>
          <a:p>
            <a:fld id="{2B6FBDD0-AF6D-4FD7-94FA-3ED5E2D9C814}" type="slidenum">
              <a:rPr lang="en-IN" smtClean="0"/>
              <a:t>‹#›</a:t>
            </a:fld>
            <a:endParaRPr lang="en-IN"/>
          </a:p>
        </p:txBody>
      </p:sp>
    </p:spTree>
    <p:extLst>
      <p:ext uri="{BB962C8B-B14F-4D97-AF65-F5344CB8AC3E}">
        <p14:creationId xmlns:p14="http://schemas.microsoft.com/office/powerpoint/2010/main" val="2166063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56B33-A575-4453-ACC3-2C4206CFFE1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44D3D68-175E-4CFA-9324-7BDA938EE9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5C30B8E-D15F-4A4A-87C6-8D0E2595331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2208E0E-8AC4-4768-BFEC-32AB2E026787}"/>
              </a:ext>
            </a:extLst>
          </p:cNvPr>
          <p:cNvSpPr>
            <a:spLocks noGrp="1"/>
          </p:cNvSpPr>
          <p:nvPr>
            <p:ph type="dt" sz="half" idx="10"/>
          </p:nvPr>
        </p:nvSpPr>
        <p:spPr/>
        <p:txBody>
          <a:bodyPr/>
          <a:lstStyle/>
          <a:p>
            <a:fld id="{98B8ED53-04B1-4CE0-9945-0D8638B42437}" type="datetimeFigureOut">
              <a:rPr lang="en-IN" smtClean="0"/>
              <a:t>08/09/23</a:t>
            </a:fld>
            <a:endParaRPr lang="en-IN"/>
          </a:p>
        </p:txBody>
      </p:sp>
      <p:sp>
        <p:nvSpPr>
          <p:cNvPr id="6" name="Footer Placeholder 5">
            <a:extLst>
              <a:ext uri="{FF2B5EF4-FFF2-40B4-BE49-F238E27FC236}">
                <a16:creationId xmlns:a16="http://schemas.microsoft.com/office/drawing/2014/main" id="{A85AD9A2-F0AC-49B7-A2EE-E8461BD22E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9C0028-707D-46D3-8CC3-5FDB72FE0916}"/>
              </a:ext>
            </a:extLst>
          </p:cNvPr>
          <p:cNvSpPr>
            <a:spLocks noGrp="1"/>
          </p:cNvSpPr>
          <p:nvPr>
            <p:ph type="sldNum" sz="quarter" idx="12"/>
          </p:nvPr>
        </p:nvSpPr>
        <p:spPr/>
        <p:txBody>
          <a:bodyPr/>
          <a:lstStyle/>
          <a:p>
            <a:fld id="{2B6FBDD0-AF6D-4FD7-94FA-3ED5E2D9C814}" type="slidenum">
              <a:rPr lang="en-IN" smtClean="0"/>
              <a:t>‹#›</a:t>
            </a:fld>
            <a:endParaRPr lang="en-IN"/>
          </a:p>
        </p:txBody>
      </p:sp>
    </p:spTree>
    <p:extLst>
      <p:ext uri="{BB962C8B-B14F-4D97-AF65-F5344CB8AC3E}">
        <p14:creationId xmlns:p14="http://schemas.microsoft.com/office/powerpoint/2010/main" val="4143889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FEE4E-C111-42F9-8BB6-746E32D565E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C9735DA-7523-4CFF-9DFC-8E4E2619F9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CC3EAE-EB02-4501-9EE5-3BC1AF0692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4A28CF6-4F3B-4542-92C8-25C006568E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1217DC-0C6D-48B9-81EF-3D00E6BFFD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03C24F4-66DE-48A8-9D49-40DA37F620A8}"/>
              </a:ext>
            </a:extLst>
          </p:cNvPr>
          <p:cNvSpPr>
            <a:spLocks noGrp="1"/>
          </p:cNvSpPr>
          <p:nvPr>
            <p:ph type="dt" sz="half" idx="10"/>
          </p:nvPr>
        </p:nvSpPr>
        <p:spPr/>
        <p:txBody>
          <a:bodyPr/>
          <a:lstStyle/>
          <a:p>
            <a:fld id="{98B8ED53-04B1-4CE0-9945-0D8638B42437}" type="datetimeFigureOut">
              <a:rPr lang="en-IN" smtClean="0"/>
              <a:t>08/09/23</a:t>
            </a:fld>
            <a:endParaRPr lang="en-IN"/>
          </a:p>
        </p:txBody>
      </p:sp>
      <p:sp>
        <p:nvSpPr>
          <p:cNvPr id="8" name="Footer Placeholder 7">
            <a:extLst>
              <a:ext uri="{FF2B5EF4-FFF2-40B4-BE49-F238E27FC236}">
                <a16:creationId xmlns:a16="http://schemas.microsoft.com/office/drawing/2014/main" id="{30F56F18-AD73-4E71-AF9B-3AB91B7F021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2ADC409-F581-4FA3-8470-49C1CF2C8F27}"/>
              </a:ext>
            </a:extLst>
          </p:cNvPr>
          <p:cNvSpPr>
            <a:spLocks noGrp="1"/>
          </p:cNvSpPr>
          <p:nvPr>
            <p:ph type="sldNum" sz="quarter" idx="12"/>
          </p:nvPr>
        </p:nvSpPr>
        <p:spPr/>
        <p:txBody>
          <a:bodyPr/>
          <a:lstStyle/>
          <a:p>
            <a:fld id="{2B6FBDD0-AF6D-4FD7-94FA-3ED5E2D9C814}" type="slidenum">
              <a:rPr lang="en-IN" smtClean="0"/>
              <a:t>‹#›</a:t>
            </a:fld>
            <a:endParaRPr lang="en-IN"/>
          </a:p>
        </p:txBody>
      </p:sp>
    </p:spTree>
    <p:extLst>
      <p:ext uri="{BB962C8B-B14F-4D97-AF65-F5344CB8AC3E}">
        <p14:creationId xmlns:p14="http://schemas.microsoft.com/office/powerpoint/2010/main" val="1192180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8959F-D94F-4A3D-A24D-40E998CA4E4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5D3C73D-5419-44B5-AA21-49796EA7855C}"/>
              </a:ext>
            </a:extLst>
          </p:cNvPr>
          <p:cNvSpPr>
            <a:spLocks noGrp="1"/>
          </p:cNvSpPr>
          <p:nvPr>
            <p:ph type="dt" sz="half" idx="10"/>
          </p:nvPr>
        </p:nvSpPr>
        <p:spPr/>
        <p:txBody>
          <a:bodyPr/>
          <a:lstStyle/>
          <a:p>
            <a:fld id="{98B8ED53-04B1-4CE0-9945-0D8638B42437}" type="datetimeFigureOut">
              <a:rPr lang="en-IN" smtClean="0"/>
              <a:t>08/09/23</a:t>
            </a:fld>
            <a:endParaRPr lang="en-IN"/>
          </a:p>
        </p:txBody>
      </p:sp>
      <p:sp>
        <p:nvSpPr>
          <p:cNvPr id="4" name="Footer Placeholder 3">
            <a:extLst>
              <a:ext uri="{FF2B5EF4-FFF2-40B4-BE49-F238E27FC236}">
                <a16:creationId xmlns:a16="http://schemas.microsoft.com/office/drawing/2014/main" id="{0D027FCA-52C9-41C4-8066-ED3083E8298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BA93430-DE59-4BE6-9095-A839C074089C}"/>
              </a:ext>
            </a:extLst>
          </p:cNvPr>
          <p:cNvSpPr>
            <a:spLocks noGrp="1"/>
          </p:cNvSpPr>
          <p:nvPr>
            <p:ph type="sldNum" sz="quarter" idx="12"/>
          </p:nvPr>
        </p:nvSpPr>
        <p:spPr/>
        <p:txBody>
          <a:bodyPr/>
          <a:lstStyle/>
          <a:p>
            <a:fld id="{2B6FBDD0-AF6D-4FD7-94FA-3ED5E2D9C814}" type="slidenum">
              <a:rPr lang="en-IN" smtClean="0"/>
              <a:t>‹#›</a:t>
            </a:fld>
            <a:endParaRPr lang="en-IN"/>
          </a:p>
        </p:txBody>
      </p:sp>
    </p:spTree>
    <p:extLst>
      <p:ext uri="{BB962C8B-B14F-4D97-AF65-F5344CB8AC3E}">
        <p14:creationId xmlns:p14="http://schemas.microsoft.com/office/powerpoint/2010/main" val="1366855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99BF92-7A7C-4058-BB24-D42AFCB84E5C}"/>
              </a:ext>
            </a:extLst>
          </p:cNvPr>
          <p:cNvSpPr>
            <a:spLocks noGrp="1"/>
          </p:cNvSpPr>
          <p:nvPr>
            <p:ph type="dt" sz="half" idx="10"/>
          </p:nvPr>
        </p:nvSpPr>
        <p:spPr/>
        <p:txBody>
          <a:bodyPr/>
          <a:lstStyle/>
          <a:p>
            <a:fld id="{98B8ED53-04B1-4CE0-9945-0D8638B42437}" type="datetimeFigureOut">
              <a:rPr lang="en-IN" smtClean="0"/>
              <a:t>08/09/23</a:t>
            </a:fld>
            <a:endParaRPr lang="en-IN"/>
          </a:p>
        </p:txBody>
      </p:sp>
      <p:sp>
        <p:nvSpPr>
          <p:cNvPr id="3" name="Footer Placeholder 2">
            <a:extLst>
              <a:ext uri="{FF2B5EF4-FFF2-40B4-BE49-F238E27FC236}">
                <a16:creationId xmlns:a16="http://schemas.microsoft.com/office/drawing/2014/main" id="{16EE9ABA-2B03-4C5B-9270-EC42625F7A7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2C01FDB-556A-4B27-A9A9-18EAB9D1794A}"/>
              </a:ext>
            </a:extLst>
          </p:cNvPr>
          <p:cNvSpPr>
            <a:spLocks noGrp="1"/>
          </p:cNvSpPr>
          <p:nvPr>
            <p:ph type="sldNum" sz="quarter" idx="12"/>
          </p:nvPr>
        </p:nvSpPr>
        <p:spPr/>
        <p:txBody>
          <a:bodyPr/>
          <a:lstStyle/>
          <a:p>
            <a:fld id="{2B6FBDD0-AF6D-4FD7-94FA-3ED5E2D9C814}" type="slidenum">
              <a:rPr lang="en-IN" smtClean="0"/>
              <a:t>‹#›</a:t>
            </a:fld>
            <a:endParaRPr lang="en-IN"/>
          </a:p>
        </p:txBody>
      </p:sp>
    </p:spTree>
    <p:extLst>
      <p:ext uri="{BB962C8B-B14F-4D97-AF65-F5344CB8AC3E}">
        <p14:creationId xmlns:p14="http://schemas.microsoft.com/office/powerpoint/2010/main" val="3531510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EDFD6-00C6-482F-B7A6-347043469A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6B38055-61A4-4A30-A0D2-3A0A2F0620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8B1B23-E579-4666-AEBE-62A3489D0B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E89FB2-B9BA-4C64-A3CC-7491909E4473}"/>
              </a:ext>
            </a:extLst>
          </p:cNvPr>
          <p:cNvSpPr>
            <a:spLocks noGrp="1"/>
          </p:cNvSpPr>
          <p:nvPr>
            <p:ph type="dt" sz="half" idx="10"/>
          </p:nvPr>
        </p:nvSpPr>
        <p:spPr/>
        <p:txBody>
          <a:bodyPr/>
          <a:lstStyle/>
          <a:p>
            <a:fld id="{98B8ED53-04B1-4CE0-9945-0D8638B42437}" type="datetimeFigureOut">
              <a:rPr lang="en-IN" smtClean="0"/>
              <a:t>08/09/23</a:t>
            </a:fld>
            <a:endParaRPr lang="en-IN"/>
          </a:p>
        </p:txBody>
      </p:sp>
      <p:sp>
        <p:nvSpPr>
          <p:cNvPr id="6" name="Footer Placeholder 5">
            <a:extLst>
              <a:ext uri="{FF2B5EF4-FFF2-40B4-BE49-F238E27FC236}">
                <a16:creationId xmlns:a16="http://schemas.microsoft.com/office/drawing/2014/main" id="{0B124EB4-B9E2-4695-BBB7-DF34F38049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7CA07C-36EF-4AD9-8AD8-759044DDD683}"/>
              </a:ext>
            </a:extLst>
          </p:cNvPr>
          <p:cNvSpPr>
            <a:spLocks noGrp="1"/>
          </p:cNvSpPr>
          <p:nvPr>
            <p:ph type="sldNum" sz="quarter" idx="12"/>
          </p:nvPr>
        </p:nvSpPr>
        <p:spPr/>
        <p:txBody>
          <a:bodyPr/>
          <a:lstStyle/>
          <a:p>
            <a:fld id="{2B6FBDD0-AF6D-4FD7-94FA-3ED5E2D9C814}" type="slidenum">
              <a:rPr lang="en-IN" smtClean="0"/>
              <a:t>‹#›</a:t>
            </a:fld>
            <a:endParaRPr lang="en-IN"/>
          </a:p>
        </p:txBody>
      </p:sp>
    </p:spTree>
    <p:extLst>
      <p:ext uri="{BB962C8B-B14F-4D97-AF65-F5344CB8AC3E}">
        <p14:creationId xmlns:p14="http://schemas.microsoft.com/office/powerpoint/2010/main" val="24066107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E4494-F332-4EBB-A5DB-1017AE2782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5B47CA2-0954-40A9-9D99-730920CF6E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FFC8143-B631-4DA1-87F9-783F749140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D7DCE4-4E07-446E-96D1-178DBD7D58E5}"/>
              </a:ext>
            </a:extLst>
          </p:cNvPr>
          <p:cNvSpPr>
            <a:spLocks noGrp="1"/>
          </p:cNvSpPr>
          <p:nvPr>
            <p:ph type="dt" sz="half" idx="10"/>
          </p:nvPr>
        </p:nvSpPr>
        <p:spPr/>
        <p:txBody>
          <a:bodyPr/>
          <a:lstStyle/>
          <a:p>
            <a:fld id="{98B8ED53-04B1-4CE0-9945-0D8638B42437}" type="datetimeFigureOut">
              <a:rPr lang="en-IN" smtClean="0"/>
              <a:t>08/09/23</a:t>
            </a:fld>
            <a:endParaRPr lang="en-IN"/>
          </a:p>
        </p:txBody>
      </p:sp>
      <p:sp>
        <p:nvSpPr>
          <p:cNvPr id="6" name="Footer Placeholder 5">
            <a:extLst>
              <a:ext uri="{FF2B5EF4-FFF2-40B4-BE49-F238E27FC236}">
                <a16:creationId xmlns:a16="http://schemas.microsoft.com/office/drawing/2014/main" id="{818A130A-AA2D-47B3-ADD8-9F1014DA6A4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BBEF34-BEB7-4321-8FAC-297314A41F47}"/>
              </a:ext>
            </a:extLst>
          </p:cNvPr>
          <p:cNvSpPr>
            <a:spLocks noGrp="1"/>
          </p:cNvSpPr>
          <p:nvPr>
            <p:ph type="sldNum" sz="quarter" idx="12"/>
          </p:nvPr>
        </p:nvSpPr>
        <p:spPr/>
        <p:txBody>
          <a:bodyPr/>
          <a:lstStyle/>
          <a:p>
            <a:fld id="{2B6FBDD0-AF6D-4FD7-94FA-3ED5E2D9C814}" type="slidenum">
              <a:rPr lang="en-IN" smtClean="0"/>
              <a:t>‹#›</a:t>
            </a:fld>
            <a:endParaRPr lang="en-IN"/>
          </a:p>
        </p:txBody>
      </p:sp>
    </p:spTree>
    <p:extLst>
      <p:ext uri="{BB962C8B-B14F-4D97-AF65-F5344CB8AC3E}">
        <p14:creationId xmlns:p14="http://schemas.microsoft.com/office/powerpoint/2010/main" val="38842193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D962F-E843-4796-A161-C9ED6D7607E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8D8781-6CDB-4BB3-BD02-9A729F19F1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A6B6EE6-B9B5-446A-9442-B6C746F8309C}"/>
              </a:ext>
            </a:extLst>
          </p:cNvPr>
          <p:cNvSpPr>
            <a:spLocks noGrp="1"/>
          </p:cNvSpPr>
          <p:nvPr>
            <p:ph type="dt" sz="half" idx="10"/>
          </p:nvPr>
        </p:nvSpPr>
        <p:spPr/>
        <p:txBody>
          <a:bodyPr/>
          <a:lstStyle/>
          <a:p>
            <a:fld id="{98B8ED53-04B1-4CE0-9945-0D8638B42437}" type="datetimeFigureOut">
              <a:rPr lang="en-IN" smtClean="0"/>
              <a:t>08/09/23</a:t>
            </a:fld>
            <a:endParaRPr lang="en-IN"/>
          </a:p>
        </p:txBody>
      </p:sp>
      <p:sp>
        <p:nvSpPr>
          <p:cNvPr id="5" name="Footer Placeholder 4">
            <a:extLst>
              <a:ext uri="{FF2B5EF4-FFF2-40B4-BE49-F238E27FC236}">
                <a16:creationId xmlns:a16="http://schemas.microsoft.com/office/drawing/2014/main" id="{BE53721F-EE68-427C-91E4-AC64563FC2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6D8722-B26B-4E13-8D6D-2E97C6ED35FD}"/>
              </a:ext>
            </a:extLst>
          </p:cNvPr>
          <p:cNvSpPr>
            <a:spLocks noGrp="1"/>
          </p:cNvSpPr>
          <p:nvPr>
            <p:ph type="sldNum" sz="quarter" idx="12"/>
          </p:nvPr>
        </p:nvSpPr>
        <p:spPr/>
        <p:txBody>
          <a:bodyPr/>
          <a:lstStyle/>
          <a:p>
            <a:fld id="{2B6FBDD0-AF6D-4FD7-94FA-3ED5E2D9C814}" type="slidenum">
              <a:rPr lang="en-IN" smtClean="0"/>
              <a:t>‹#›</a:t>
            </a:fld>
            <a:endParaRPr lang="en-IN"/>
          </a:p>
        </p:txBody>
      </p:sp>
    </p:spTree>
    <p:extLst>
      <p:ext uri="{BB962C8B-B14F-4D97-AF65-F5344CB8AC3E}">
        <p14:creationId xmlns:p14="http://schemas.microsoft.com/office/powerpoint/2010/main" val="4139877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3975F4-F194-4338-94EC-EFA16C56190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9B40457-343B-47C0-833C-69814E68F4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FB4437-8197-42E9-9A43-DC3777426C55}"/>
              </a:ext>
            </a:extLst>
          </p:cNvPr>
          <p:cNvSpPr>
            <a:spLocks noGrp="1"/>
          </p:cNvSpPr>
          <p:nvPr>
            <p:ph type="dt" sz="half" idx="10"/>
          </p:nvPr>
        </p:nvSpPr>
        <p:spPr/>
        <p:txBody>
          <a:bodyPr/>
          <a:lstStyle/>
          <a:p>
            <a:fld id="{98B8ED53-04B1-4CE0-9945-0D8638B42437}" type="datetimeFigureOut">
              <a:rPr lang="en-IN" smtClean="0"/>
              <a:t>08/09/23</a:t>
            </a:fld>
            <a:endParaRPr lang="en-IN"/>
          </a:p>
        </p:txBody>
      </p:sp>
      <p:sp>
        <p:nvSpPr>
          <p:cNvPr id="5" name="Footer Placeholder 4">
            <a:extLst>
              <a:ext uri="{FF2B5EF4-FFF2-40B4-BE49-F238E27FC236}">
                <a16:creationId xmlns:a16="http://schemas.microsoft.com/office/drawing/2014/main" id="{6FACF554-DBEA-48F3-955E-350BFB3D3E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4A3AF5-2D1D-4FE9-B6B5-A3095B30BE96}"/>
              </a:ext>
            </a:extLst>
          </p:cNvPr>
          <p:cNvSpPr>
            <a:spLocks noGrp="1"/>
          </p:cNvSpPr>
          <p:nvPr>
            <p:ph type="sldNum" sz="quarter" idx="12"/>
          </p:nvPr>
        </p:nvSpPr>
        <p:spPr/>
        <p:txBody>
          <a:bodyPr/>
          <a:lstStyle/>
          <a:p>
            <a:fld id="{2B6FBDD0-AF6D-4FD7-94FA-3ED5E2D9C814}" type="slidenum">
              <a:rPr lang="en-IN" smtClean="0"/>
              <a:t>‹#›</a:t>
            </a:fld>
            <a:endParaRPr lang="en-IN"/>
          </a:p>
        </p:txBody>
      </p:sp>
    </p:spTree>
    <p:extLst>
      <p:ext uri="{BB962C8B-B14F-4D97-AF65-F5344CB8AC3E}">
        <p14:creationId xmlns:p14="http://schemas.microsoft.com/office/powerpoint/2010/main" val="2604882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FCAB94-16D2-4E14-AC20-3A7AE99F61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0AFF215-ABCB-4225-8EB4-E5940553E6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656D5D-38C5-495E-8F8E-BBC080180F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B8ED53-04B1-4CE0-9945-0D8638B42437}" type="datetimeFigureOut">
              <a:rPr lang="en-IN" smtClean="0"/>
              <a:t>08/09/23</a:t>
            </a:fld>
            <a:endParaRPr lang="en-IN"/>
          </a:p>
        </p:txBody>
      </p:sp>
      <p:sp>
        <p:nvSpPr>
          <p:cNvPr id="5" name="Footer Placeholder 4">
            <a:extLst>
              <a:ext uri="{FF2B5EF4-FFF2-40B4-BE49-F238E27FC236}">
                <a16:creationId xmlns:a16="http://schemas.microsoft.com/office/drawing/2014/main" id="{1D9304FE-36F3-47D5-8300-F8FB4A5AEA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210620F-861B-43D8-BDF2-5318838148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6FBDD0-AF6D-4FD7-94FA-3ED5E2D9C814}" type="slidenum">
              <a:rPr lang="en-IN" smtClean="0"/>
              <a:t>‹#›</a:t>
            </a:fld>
            <a:endParaRPr lang="en-IN"/>
          </a:p>
        </p:txBody>
      </p:sp>
    </p:spTree>
    <p:extLst>
      <p:ext uri="{BB962C8B-B14F-4D97-AF65-F5344CB8AC3E}">
        <p14:creationId xmlns:p14="http://schemas.microsoft.com/office/powerpoint/2010/main" val="16338250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hdphoto" Target="../media/hdphoto3.wdp"/><Relationship Id="rId3" Type="http://schemas.microsoft.com/office/2007/relationships/hdphoto" Target="../media/hdphoto1.wdp"/><Relationship Id="rId7" Type="http://schemas.openxmlformats.org/officeDocument/2006/relationships/image" Target="../media/image6.png"/><Relationship Id="rId12"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8.png"/><Relationship Id="rId5" Type="http://schemas.microsoft.com/office/2007/relationships/hdphoto" Target="../media/hdphoto2.wdp"/><Relationship Id="rId10" Type="http://schemas.microsoft.com/office/2007/relationships/hdphoto" Target="../media/hdphoto4.wdp"/><Relationship Id="rId4" Type="http://schemas.openxmlformats.org/officeDocument/2006/relationships/image" Target="../media/image4.png"/><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jpeg"/><Relationship Id="rId5" Type="http://schemas.openxmlformats.org/officeDocument/2006/relationships/image" Target="../media/image22.png"/><Relationship Id="rId4" Type="http://schemas.openxmlformats.org/officeDocument/2006/relationships/image" Target="../media/image21.jpg"/></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otexts.com/fpp3/" TargetMode="External"/><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31.jpe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hyperlink" Target="https://www.amazon.jobs/en/" TargetMode="External"/><Relationship Id="rId2" Type="http://schemas.openxmlformats.org/officeDocument/2006/relationships/hyperlink" Target="https://slidechef.net/"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F21FEF1F-3765-4DD6-BD6D-7D2DE9C59DF4}"/>
              </a:ext>
            </a:extLst>
          </p:cNvPr>
          <p:cNvSpPr/>
          <p:nvPr/>
        </p:nvSpPr>
        <p:spPr>
          <a:xfrm rot="5400000">
            <a:off x="9878829" y="3215937"/>
            <a:ext cx="3316690" cy="4835022"/>
          </a:xfrm>
          <a:custGeom>
            <a:avLst/>
            <a:gdLst>
              <a:gd name="connsiteX0" fmla="*/ 550 w 3991493"/>
              <a:gd name="connsiteY0" fmla="*/ 1642332 h 4835022"/>
              <a:gd name="connsiteX1" fmla="*/ 765521 w 3991493"/>
              <a:gd name="connsiteY1" fmla="*/ 580588 h 4835022"/>
              <a:gd name="connsiteX2" fmla="*/ 2083026 w 3991493"/>
              <a:gd name="connsiteY2" fmla="*/ 100048 h 4835022"/>
              <a:gd name="connsiteX3" fmla="*/ 2715245 w 3991493"/>
              <a:gd name="connsiteY3" fmla="*/ 1509749 h 4835022"/>
              <a:gd name="connsiteX4" fmla="*/ 2721227 w 3991493"/>
              <a:gd name="connsiteY4" fmla="*/ 1521384 h 4835022"/>
              <a:gd name="connsiteX5" fmla="*/ 3318393 w 3991493"/>
              <a:gd name="connsiteY5" fmla="*/ 1521384 h 4835022"/>
              <a:gd name="connsiteX6" fmla="*/ 3929986 w 3991493"/>
              <a:gd name="connsiteY6" fmla="*/ 1521384 h 4835022"/>
              <a:gd name="connsiteX7" fmla="*/ 3991493 w 3991493"/>
              <a:gd name="connsiteY7" fmla="*/ 1521384 h 4835022"/>
              <a:gd name="connsiteX8" fmla="*/ 3991493 w 3991493"/>
              <a:gd name="connsiteY8" fmla="*/ 4315384 h 4835022"/>
              <a:gd name="connsiteX9" fmla="*/ 3598980 w 3991493"/>
              <a:gd name="connsiteY9" fmla="*/ 4315384 h 4835022"/>
              <a:gd name="connsiteX10" fmla="*/ 3619976 w 3991493"/>
              <a:gd name="connsiteY10" fmla="*/ 4405771 h 4835022"/>
              <a:gd name="connsiteX11" fmla="*/ 3664689 w 3991493"/>
              <a:gd name="connsiteY11" fmla="*/ 4832151 h 4835022"/>
              <a:gd name="connsiteX12" fmla="*/ 2683777 w 3991493"/>
              <a:gd name="connsiteY12" fmla="*/ 3360765 h 4835022"/>
              <a:gd name="connsiteX13" fmla="*/ 1889482 w 3991493"/>
              <a:gd name="connsiteY13" fmla="*/ 2464207 h 4835022"/>
              <a:gd name="connsiteX14" fmla="*/ 81357 w 3991493"/>
              <a:gd name="connsiteY14" fmla="*/ 1843552 h 4835022"/>
              <a:gd name="connsiteX15" fmla="*/ 550 w 3991493"/>
              <a:gd name="connsiteY15" fmla="*/ 1642332 h 483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91493" h="4835022">
                <a:moveTo>
                  <a:pt x="550" y="1642332"/>
                </a:moveTo>
                <a:cubicBezTo>
                  <a:pt x="-16569" y="1328474"/>
                  <a:pt x="368015" y="925398"/>
                  <a:pt x="765521" y="580588"/>
                </a:cubicBezTo>
                <a:cubicBezTo>
                  <a:pt x="1255823" y="160176"/>
                  <a:pt x="1760838" y="-174916"/>
                  <a:pt x="2083026" y="100048"/>
                </a:cubicBezTo>
                <a:cubicBezTo>
                  <a:pt x="2362548" y="345008"/>
                  <a:pt x="2499183" y="1057820"/>
                  <a:pt x="2715245" y="1509749"/>
                </a:cubicBezTo>
                <a:lnTo>
                  <a:pt x="2721227" y="1521384"/>
                </a:lnTo>
                <a:lnTo>
                  <a:pt x="3318393" y="1521384"/>
                </a:lnTo>
                <a:lnTo>
                  <a:pt x="3929986" y="1521384"/>
                </a:lnTo>
                <a:lnTo>
                  <a:pt x="3991493" y="1521384"/>
                </a:lnTo>
                <a:lnTo>
                  <a:pt x="3991493" y="4315384"/>
                </a:lnTo>
                <a:lnTo>
                  <a:pt x="3598980" y="4315384"/>
                </a:lnTo>
                <a:lnTo>
                  <a:pt x="3619976" y="4405771"/>
                </a:lnTo>
                <a:cubicBezTo>
                  <a:pt x="3673465" y="4641116"/>
                  <a:pt x="3702837" y="4809178"/>
                  <a:pt x="3664689" y="4832151"/>
                </a:cubicBezTo>
                <a:cubicBezTo>
                  <a:pt x="3559158" y="4894433"/>
                  <a:pt x="2974535" y="3928939"/>
                  <a:pt x="2683777" y="3360765"/>
                </a:cubicBezTo>
                <a:cubicBezTo>
                  <a:pt x="2393020" y="2792591"/>
                  <a:pt x="2399927" y="2620719"/>
                  <a:pt x="1889482" y="2464207"/>
                </a:cubicBezTo>
                <a:cubicBezTo>
                  <a:pt x="1380096" y="2311659"/>
                  <a:pt x="356095" y="2169487"/>
                  <a:pt x="81357" y="1843552"/>
                </a:cubicBezTo>
                <a:cubicBezTo>
                  <a:pt x="29844" y="1782438"/>
                  <a:pt x="4501" y="1714761"/>
                  <a:pt x="550" y="1642332"/>
                </a:cubicBezTo>
                <a:close/>
              </a:path>
            </a:pathLst>
          </a:custGeom>
          <a:solidFill>
            <a:srgbClr val="13192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5" name="Graphic 11">
            <a:extLst>
              <a:ext uri="{FF2B5EF4-FFF2-40B4-BE49-F238E27FC236}">
                <a16:creationId xmlns:a16="http://schemas.microsoft.com/office/drawing/2014/main" id="{30CDF02D-CAE1-425F-B0D5-8BB3AD1C0C50}"/>
              </a:ext>
            </a:extLst>
          </p:cNvPr>
          <p:cNvSpPr/>
          <p:nvPr/>
        </p:nvSpPr>
        <p:spPr>
          <a:xfrm>
            <a:off x="10747201" y="4961641"/>
            <a:ext cx="1444799" cy="1343613"/>
          </a:xfrm>
          <a:custGeom>
            <a:avLst/>
            <a:gdLst>
              <a:gd name="connsiteX0" fmla="*/ 1051454 w 1444799"/>
              <a:gd name="connsiteY0" fmla="*/ 206792 h 1343613"/>
              <a:gd name="connsiteX1" fmla="*/ 1253384 w 1444799"/>
              <a:gd name="connsiteY1" fmla="*/ 532548 h 1343613"/>
              <a:gd name="connsiteX2" fmla="*/ 1443884 w 1444799"/>
              <a:gd name="connsiteY2" fmla="*/ 904023 h 1343613"/>
              <a:gd name="connsiteX3" fmla="*/ 1145752 w 1444799"/>
              <a:gd name="connsiteY3" fmla="*/ 1165960 h 1343613"/>
              <a:gd name="connsiteX4" fmla="*/ 728556 w 1444799"/>
              <a:gd name="connsiteY4" fmla="*/ 1305025 h 1343613"/>
              <a:gd name="connsiteX5" fmla="*/ 267546 w 1444799"/>
              <a:gd name="connsiteY5" fmla="*/ 1305025 h 1343613"/>
              <a:gd name="connsiteX6" fmla="*/ 21801 w 1444799"/>
              <a:gd name="connsiteY6" fmla="*/ 912595 h 1343613"/>
              <a:gd name="connsiteX7" fmla="*/ 64664 w 1444799"/>
              <a:gd name="connsiteY7" fmla="*/ 463968 h 1343613"/>
              <a:gd name="connsiteX8" fmla="*/ 405659 w 1444799"/>
              <a:gd name="connsiteY8" fmla="*/ 187742 h 1343613"/>
              <a:gd name="connsiteX9" fmla="*/ 753321 w 1444799"/>
              <a:gd name="connsiteY9" fmla="*/ 100 h 1343613"/>
              <a:gd name="connsiteX10" fmla="*/ 1051454 w 1444799"/>
              <a:gd name="connsiteY10" fmla="*/ 206792 h 1343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4799" h="1343613">
                <a:moveTo>
                  <a:pt x="1051454" y="206792"/>
                </a:moveTo>
                <a:cubicBezTo>
                  <a:pt x="1128607" y="309663"/>
                  <a:pt x="1171469" y="411580"/>
                  <a:pt x="1253384" y="532548"/>
                </a:cubicBezTo>
                <a:cubicBezTo>
                  <a:pt x="1336252" y="652563"/>
                  <a:pt x="1457219" y="791628"/>
                  <a:pt x="1443884" y="904023"/>
                </a:cubicBezTo>
                <a:cubicBezTo>
                  <a:pt x="1430549" y="1016418"/>
                  <a:pt x="1282912" y="1102143"/>
                  <a:pt x="1145752" y="1165960"/>
                </a:cubicBezTo>
                <a:cubicBezTo>
                  <a:pt x="1008591" y="1228825"/>
                  <a:pt x="880956" y="1269783"/>
                  <a:pt x="728556" y="1305025"/>
                </a:cubicBezTo>
                <a:cubicBezTo>
                  <a:pt x="575204" y="1340268"/>
                  <a:pt x="397086" y="1370748"/>
                  <a:pt x="267546" y="1305025"/>
                </a:cubicBezTo>
                <a:cubicBezTo>
                  <a:pt x="138959" y="1239303"/>
                  <a:pt x="58949" y="1076425"/>
                  <a:pt x="21801" y="912595"/>
                </a:cubicBezTo>
                <a:cubicBezTo>
                  <a:pt x="-14394" y="748765"/>
                  <a:pt x="-8679" y="583030"/>
                  <a:pt x="64664" y="463968"/>
                </a:cubicBezTo>
                <a:cubicBezTo>
                  <a:pt x="138006" y="345858"/>
                  <a:pt x="278976" y="274420"/>
                  <a:pt x="405659" y="187742"/>
                </a:cubicBezTo>
                <a:cubicBezTo>
                  <a:pt x="531389" y="101065"/>
                  <a:pt x="642831" y="100"/>
                  <a:pt x="753321" y="100"/>
                </a:cubicBezTo>
                <a:cubicBezTo>
                  <a:pt x="864764" y="1052"/>
                  <a:pt x="974301" y="104875"/>
                  <a:pt x="1051454" y="206792"/>
                </a:cubicBezTo>
                <a:close/>
              </a:path>
            </a:pathLst>
          </a:custGeom>
          <a:solidFill>
            <a:srgbClr val="FF9900"/>
          </a:solidFill>
          <a:ln w="9525" cap="flat">
            <a:noFill/>
            <a:prstDash val="solid"/>
            <a:miter/>
          </a:ln>
        </p:spPr>
        <p:txBody>
          <a:bodyPr rtlCol="0" anchor="ctr"/>
          <a:lstStyle/>
          <a:p>
            <a:endParaRPr lang="en-IN"/>
          </a:p>
        </p:txBody>
      </p:sp>
      <p:sp>
        <p:nvSpPr>
          <p:cNvPr id="6" name="Graphic 4">
            <a:extLst>
              <a:ext uri="{FF2B5EF4-FFF2-40B4-BE49-F238E27FC236}">
                <a16:creationId xmlns:a16="http://schemas.microsoft.com/office/drawing/2014/main" id="{834BA1D4-0C72-474A-83FF-2D1B207A407E}"/>
              </a:ext>
            </a:extLst>
          </p:cNvPr>
          <p:cNvSpPr/>
          <p:nvPr/>
        </p:nvSpPr>
        <p:spPr>
          <a:xfrm rot="2476041">
            <a:off x="-1505993" y="-2254131"/>
            <a:ext cx="4024137" cy="7105531"/>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131921"/>
          </a:solidFill>
          <a:ln w="9525" cap="flat">
            <a:noFill/>
            <a:prstDash val="solid"/>
            <a:miter/>
          </a:ln>
        </p:spPr>
        <p:txBody>
          <a:bodyPr rtlCol="0" anchor="ctr"/>
          <a:lstStyle/>
          <a:p>
            <a:endParaRPr lang="en-IN"/>
          </a:p>
        </p:txBody>
      </p:sp>
      <p:sp>
        <p:nvSpPr>
          <p:cNvPr id="22" name="Graphic 4">
            <a:extLst>
              <a:ext uri="{FF2B5EF4-FFF2-40B4-BE49-F238E27FC236}">
                <a16:creationId xmlns:a16="http://schemas.microsoft.com/office/drawing/2014/main" id="{8C23666D-AA0B-4055-B6D1-F271DD034ADC}"/>
              </a:ext>
            </a:extLst>
          </p:cNvPr>
          <p:cNvSpPr/>
          <p:nvPr/>
        </p:nvSpPr>
        <p:spPr>
          <a:xfrm rot="3140551">
            <a:off x="-2192543" y="-2808187"/>
            <a:ext cx="4024137" cy="7105531"/>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232F3E"/>
          </a:solidFill>
          <a:ln w="9525" cap="flat">
            <a:noFill/>
            <a:prstDash val="solid"/>
            <a:miter/>
          </a:ln>
        </p:spPr>
        <p:txBody>
          <a:bodyPr rtlCol="0" anchor="ctr"/>
          <a:lstStyle/>
          <a:p>
            <a:endParaRPr lang="en-IN"/>
          </a:p>
        </p:txBody>
      </p:sp>
      <p:grpSp>
        <p:nvGrpSpPr>
          <p:cNvPr id="2" name="Group 1">
            <a:extLst>
              <a:ext uri="{FF2B5EF4-FFF2-40B4-BE49-F238E27FC236}">
                <a16:creationId xmlns:a16="http://schemas.microsoft.com/office/drawing/2014/main" id="{252DD0B8-1BD4-48CA-8863-8067FDD9A41A}"/>
              </a:ext>
            </a:extLst>
          </p:cNvPr>
          <p:cNvGrpSpPr/>
          <p:nvPr/>
        </p:nvGrpSpPr>
        <p:grpSpPr>
          <a:xfrm>
            <a:off x="3716854" y="1298634"/>
            <a:ext cx="4193777" cy="1629333"/>
            <a:chOff x="4008257" y="2544510"/>
            <a:chExt cx="4193777" cy="1629333"/>
          </a:xfrm>
        </p:grpSpPr>
        <p:sp>
          <p:nvSpPr>
            <p:cNvPr id="24" name="TextBox 23">
              <a:extLst>
                <a:ext uri="{FF2B5EF4-FFF2-40B4-BE49-F238E27FC236}">
                  <a16:creationId xmlns:a16="http://schemas.microsoft.com/office/drawing/2014/main" id="{CC9BD28D-55F8-486A-9F93-D3268DEDBC31}"/>
                </a:ext>
              </a:extLst>
            </p:cNvPr>
            <p:cNvSpPr txBox="1"/>
            <p:nvPr/>
          </p:nvSpPr>
          <p:spPr>
            <a:xfrm>
              <a:off x="4008257" y="2544510"/>
              <a:ext cx="4193777" cy="1446550"/>
            </a:xfrm>
            <a:prstGeom prst="rect">
              <a:avLst/>
            </a:prstGeom>
            <a:noFill/>
          </p:spPr>
          <p:txBody>
            <a:bodyPr wrap="none" rtlCol="0">
              <a:spAutoFit/>
            </a:bodyPr>
            <a:lstStyle/>
            <a:p>
              <a:pPr algn="ctr"/>
              <a:r>
                <a:rPr lang="en-IN" sz="8800" dirty="0">
                  <a:latin typeface="Fira Sans Medium" panose="020B0603050000020004" pitchFamily="34" charset="0"/>
                </a:rPr>
                <a:t>amazon</a:t>
              </a:r>
              <a:endParaRPr lang="en-IN" sz="7200" dirty="0">
                <a:latin typeface="Fira Sans Medium" panose="020B0603050000020004" pitchFamily="34" charset="0"/>
              </a:endParaRPr>
            </a:p>
          </p:txBody>
        </p:sp>
        <p:grpSp>
          <p:nvGrpSpPr>
            <p:cNvPr id="8" name="Group 7">
              <a:extLst>
                <a:ext uri="{FF2B5EF4-FFF2-40B4-BE49-F238E27FC236}">
                  <a16:creationId xmlns:a16="http://schemas.microsoft.com/office/drawing/2014/main" id="{EDDA832C-0B8E-44C3-8812-0B0115BD3728}"/>
                </a:ext>
              </a:extLst>
            </p:cNvPr>
            <p:cNvGrpSpPr/>
            <p:nvPr/>
          </p:nvGrpSpPr>
          <p:grpSpPr>
            <a:xfrm>
              <a:off x="4348163" y="3770174"/>
              <a:ext cx="2162175" cy="403669"/>
              <a:chOff x="3184693" y="3692320"/>
              <a:chExt cx="4123771" cy="928898"/>
            </a:xfrm>
            <a:solidFill>
              <a:srgbClr val="FF9900"/>
            </a:solidFill>
          </p:grpSpPr>
          <p:sp>
            <p:nvSpPr>
              <p:cNvPr id="9" name="Freeform: Shape 8">
                <a:extLst>
                  <a:ext uri="{FF2B5EF4-FFF2-40B4-BE49-F238E27FC236}">
                    <a16:creationId xmlns:a16="http://schemas.microsoft.com/office/drawing/2014/main" id="{E72E5EF1-F411-425A-A90F-C84961599327}"/>
                  </a:ext>
                </a:extLst>
              </p:cNvPr>
              <p:cNvSpPr/>
              <p:nvPr/>
            </p:nvSpPr>
            <p:spPr>
              <a:xfrm>
                <a:off x="3184693" y="3773539"/>
                <a:ext cx="3760827" cy="847679"/>
              </a:xfrm>
              <a:custGeom>
                <a:avLst/>
                <a:gdLst>
                  <a:gd name="connsiteX0" fmla="*/ 4569032 w 4609853"/>
                  <a:gd name="connsiteY0" fmla="*/ 413392 h 1039050"/>
                  <a:gd name="connsiteX1" fmla="*/ 2522490 w 4609853"/>
                  <a:gd name="connsiteY1" fmla="*/ 1039051 h 1039050"/>
                  <a:gd name="connsiteX2" fmla="*/ 22339 w 4609853"/>
                  <a:gd name="connsiteY2" fmla="*/ 85017 h 1039050"/>
                  <a:gd name="connsiteX3" fmla="*/ 79146 w 4609853"/>
                  <a:gd name="connsiteY3" fmla="*/ 10798 h 1039050"/>
                  <a:gd name="connsiteX4" fmla="*/ 2580535 w 4609853"/>
                  <a:gd name="connsiteY4" fmla="*/ 674186 h 1039050"/>
                  <a:gd name="connsiteX5" fmla="*/ 4488602 w 4609853"/>
                  <a:gd name="connsiteY5" fmla="*/ 284033 h 1039050"/>
                  <a:gd name="connsiteX6" fmla="*/ 4569032 w 4609853"/>
                  <a:gd name="connsiteY6" fmla="*/ 413392 h 103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9853" h="1039050">
                    <a:moveTo>
                      <a:pt x="4569032" y="413392"/>
                    </a:moveTo>
                    <a:cubicBezTo>
                      <a:pt x="4015524" y="821376"/>
                      <a:pt x="3213233" y="1039051"/>
                      <a:pt x="2522490" y="1039051"/>
                    </a:cubicBezTo>
                    <a:cubicBezTo>
                      <a:pt x="1553940" y="1039051"/>
                      <a:pt x="682003" y="680825"/>
                      <a:pt x="22339" y="85017"/>
                    </a:cubicBezTo>
                    <a:cubicBezTo>
                      <a:pt x="-29486" y="38164"/>
                      <a:pt x="16958" y="-25682"/>
                      <a:pt x="79146" y="10798"/>
                    </a:cubicBezTo>
                    <a:cubicBezTo>
                      <a:pt x="791045" y="425003"/>
                      <a:pt x="1671279" y="674186"/>
                      <a:pt x="2580535" y="674186"/>
                    </a:cubicBezTo>
                    <a:cubicBezTo>
                      <a:pt x="3193755" y="674186"/>
                      <a:pt x="3868334" y="547313"/>
                      <a:pt x="4488602" y="284033"/>
                    </a:cubicBezTo>
                    <a:cubicBezTo>
                      <a:pt x="4582300" y="244228"/>
                      <a:pt x="4660662" y="345393"/>
                      <a:pt x="4569032" y="413392"/>
                    </a:cubicBezTo>
                  </a:path>
                </a:pathLst>
              </a:custGeom>
              <a:grpFill/>
              <a:ln w="9525" cap="flat">
                <a:no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036A53D7-29B1-45C8-9FA1-87C9D13A5BE1}"/>
                  </a:ext>
                </a:extLst>
              </p:cNvPr>
              <p:cNvSpPr/>
              <p:nvPr/>
            </p:nvSpPr>
            <p:spPr>
              <a:xfrm>
                <a:off x="6535428" y="3692320"/>
                <a:ext cx="773036" cy="761368"/>
              </a:xfrm>
              <a:custGeom>
                <a:avLst/>
                <a:gdLst>
                  <a:gd name="connsiteX0" fmla="*/ 691963 w 947553"/>
                  <a:gd name="connsiteY0" fmla="*/ 249669 h 933254"/>
                  <a:gd name="connsiteX1" fmla="*/ 45996 w 947553"/>
                  <a:gd name="connsiteY1" fmla="*/ 228114 h 933254"/>
                  <a:gd name="connsiteX2" fmla="*/ 32309 w 947553"/>
                  <a:gd name="connsiteY2" fmla="*/ 153476 h 933254"/>
                  <a:gd name="connsiteX3" fmla="*/ 928297 w 947553"/>
                  <a:gd name="connsiteY3" fmla="*/ 69723 h 933254"/>
                  <a:gd name="connsiteX4" fmla="*/ 615258 w 947553"/>
                  <a:gd name="connsiteY4" fmla="*/ 913476 h 933254"/>
                  <a:gd name="connsiteX5" fmla="*/ 546430 w 947553"/>
                  <a:gd name="connsiteY5" fmla="*/ 880719 h 933254"/>
                  <a:gd name="connsiteX6" fmla="*/ 691963 w 947553"/>
                  <a:gd name="connsiteY6" fmla="*/ 249669 h 933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7553" h="933254">
                    <a:moveTo>
                      <a:pt x="691963" y="249669"/>
                    </a:moveTo>
                    <a:cubicBezTo>
                      <a:pt x="621477" y="159286"/>
                      <a:pt x="224275" y="206968"/>
                      <a:pt x="45996" y="228114"/>
                    </a:cubicBezTo>
                    <a:cubicBezTo>
                      <a:pt x="-8325" y="234743"/>
                      <a:pt x="-16612" y="187480"/>
                      <a:pt x="32309" y="153476"/>
                    </a:cubicBezTo>
                    <a:cubicBezTo>
                      <a:pt x="348663" y="-69171"/>
                      <a:pt x="867765" y="-4906"/>
                      <a:pt x="928297" y="69723"/>
                    </a:cubicBezTo>
                    <a:cubicBezTo>
                      <a:pt x="988828" y="144770"/>
                      <a:pt x="912543" y="665111"/>
                      <a:pt x="615258" y="913476"/>
                    </a:cubicBezTo>
                    <a:cubicBezTo>
                      <a:pt x="569652" y="951614"/>
                      <a:pt x="526123" y="931297"/>
                      <a:pt x="546430" y="880719"/>
                    </a:cubicBezTo>
                    <a:cubicBezTo>
                      <a:pt x="613191" y="714041"/>
                      <a:pt x="762866" y="340471"/>
                      <a:pt x="691963" y="249669"/>
                    </a:cubicBezTo>
                  </a:path>
                </a:pathLst>
              </a:custGeom>
              <a:grpFill/>
              <a:ln w="9525" cap="flat">
                <a:noFill/>
                <a:prstDash val="solid"/>
                <a:miter/>
              </a:ln>
            </p:spPr>
            <p:txBody>
              <a:bodyPr rtlCol="0" anchor="ctr"/>
              <a:lstStyle/>
              <a:p>
                <a:endParaRPr lang="en-IN"/>
              </a:p>
            </p:txBody>
          </p:sp>
        </p:grpSp>
      </p:grpSp>
      <p:sp>
        <p:nvSpPr>
          <p:cNvPr id="25" name="Graphic 11">
            <a:extLst>
              <a:ext uri="{FF2B5EF4-FFF2-40B4-BE49-F238E27FC236}">
                <a16:creationId xmlns:a16="http://schemas.microsoft.com/office/drawing/2014/main" id="{22B03510-4CF1-46CA-BE80-1E37CD0837F6}"/>
              </a:ext>
            </a:extLst>
          </p:cNvPr>
          <p:cNvSpPr/>
          <p:nvPr/>
        </p:nvSpPr>
        <p:spPr>
          <a:xfrm rot="8901965">
            <a:off x="2258794" y="555042"/>
            <a:ext cx="1370251" cy="1274286"/>
          </a:xfrm>
          <a:custGeom>
            <a:avLst/>
            <a:gdLst>
              <a:gd name="connsiteX0" fmla="*/ 1051454 w 1444799"/>
              <a:gd name="connsiteY0" fmla="*/ 206792 h 1343613"/>
              <a:gd name="connsiteX1" fmla="*/ 1253384 w 1444799"/>
              <a:gd name="connsiteY1" fmla="*/ 532548 h 1343613"/>
              <a:gd name="connsiteX2" fmla="*/ 1443884 w 1444799"/>
              <a:gd name="connsiteY2" fmla="*/ 904023 h 1343613"/>
              <a:gd name="connsiteX3" fmla="*/ 1145752 w 1444799"/>
              <a:gd name="connsiteY3" fmla="*/ 1165960 h 1343613"/>
              <a:gd name="connsiteX4" fmla="*/ 728556 w 1444799"/>
              <a:gd name="connsiteY4" fmla="*/ 1305025 h 1343613"/>
              <a:gd name="connsiteX5" fmla="*/ 267546 w 1444799"/>
              <a:gd name="connsiteY5" fmla="*/ 1305025 h 1343613"/>
              <a:gd name="connsiteX6" fmla="*/ 21801 w 1444799"/>
              <a:gd name="connsiteY6" fmla="*/ 912595 h 1343613"/>
              <a:gd name="connsiteX7" fmla="*/ 64664 w 1444799"/>
              <a:gd name="connsiteY7" fmla="*/ 463968 h 1343613"/>
              <a:gd name="connsiteX8" fmla="*/ 405659 w 1444799"/>
              <a:gd name="connsiteY8" fmla="*/ 187742 h 1343613"/>
              <a:gd name="connsiteX9" fmla="*/ 753321 w 1444799"/>
              <a:gd name="connsiteY9" fmla="*/ 100 h 1343613"/>
              <a:gd name="connsiteX10" fmla="*/ 1051454 w 1444799"/>
              <a:gd name="connsiteY10" fmla="*/ 206792 h 1343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4799" h="1343613">
                <a:moveTo>
                  <a:pt x="1051454" y="206792"/>
                </a:moveTo>
                <a:cubicBezTo>
                  <a:pt x="1128607" y="309663"/>
                  <a:pt x="1171469" y="411580"/>
                  <a:pt x="1253384" y="532548"/>
                </a:cubicBezTo>
                <a:cubicBezTo>
                  <a:pt x="1336252" y="652563"/>
                  <a:pt x="1457219" y="791628"/>
                  <a:pt x="1443884" y="904023"/>
                </a:cubicBezTo>
                <a:cubicBezTo>
                  <a:pt x="1430549" y="1016418"/>
                  <a:pt x="1282912" y="1102143"/>
                  <a:pt x="1145752" y="1165960"/>
                </a:cubicBezTo>
                <a:cubicBezTo>
                  <a:pt x="1008591" y="1228825"/>
                  <a:pt x="880956" y="1269783"/>
                  <a:pt x="728556" y="1305025"/>
                </a:cubicBezTo>
                <a:cubicBezTo>
                  <a:pt x="575204" y="1340268"/>
                  <a:pt x="397086" y="1370748"/>
                  <a:pt x="267546" y="1305025"/>
                </a:cubicBezTo>
                <a:cubicBezTo>
                  <a:pt x="138959" y="1239303"/>
                  <a:pt x="58949" y="1076425"/>
                  <a:pt x="21801" y="912595"/>
                </a:cubicBezTo>
                <a:cubicBezTo>
                  <a:pt x="-14394" y="748765"/>
                  <a:pt x="-8679" y="583030"/>
                  <a:pt x="64664" y="463968"/>
                </a:cubicBezTo>
                <a:cubicBezTo>
                  <a:pt x="138006" y="345858"/>
                  <a:pt x="278976" y="274420"/>
                  <a:pt x="405659" y="187742"/>
                </a:cubicBezTo>
                <a:cubicBezTo>
                  <a:pt x="531389" y="101065"/>
                  <a:pt x="642831" y="100"/>
                  <a:pt x="753321" y="100"/>
                </a:cubicBezTo>
                <a:cubicBezTo>
                  <a:pt x="864764" y="1052"/>
                  <a:pt x="974301" y="104875"/>
                  <a:pt x="1051454" y="206792"/>
                </a:cubicBezTo>
                <a:close/>
              </a:path>
            </a:pathLst>
          </a:custGeom>
          <a:solidFill>
            <a:srgbClr val="FF9900"/>
          </a:solidFill>
          <a:ln w="9525" cap="flat">
            <a:noFill/>
            <a:prstDash val="solid"/>
            <a:miter/>
          </a:ln>
        </p:spPr>
        <p:txBody>
          <a:bodyPr rtlCol="0" anchor="ctr"/>
          <a:lstStyle/>
          <a:p>
            <a:endParaRPr lang="en-IN" dirty="0"/>
          </a:p>
        </p:txBody>
      </p:sp>
      <p:sp>
        <p:nvSpPr>
          <p:cNvPr id="3" name="TextBox 2">
            <a:extLst>
              <a:ext uri="{FF2B5EF4-FFF2-40B4-BE49-F238E27FC236}">
                <a16:creationId xmlns:a16="http://schemas.microsoft.com/office/drawing/2014/main" id="{413295B2-3A5C-580D-CA68-C82C3739E0A7}"/>
              </a:ext>
            </a:extLst>
          </p:cNvPr>
          <p:cNvSpPr txBox="1"/>
          <p:nvPr/>
        </p:nvSpPr>
        <p:spPr>
          <a:xfrm>
            <a:off x="2870023" y="3419190"/>
            <a:ext cx="5887187" cy="954107"/>
          </a:xfrm>
          <a:prstGeom prst="rect">
            <a:avLst/>
          </a:prstGeom>
          <a:noFill/>
        </p:spPr>
        <p:txBody>
          <a:bodyPr wrap="square" rtlCol="0">
            <a:spAutoFit/>
          </a:bodyPr>
          <a:lstStyle/>
          <a:p>
            <a:r>
              <a:rPr lang="en-US" sz="2800" dirty="0"/>
              <a:t>2023 Summer Data Scientist Internship</a:t>
            </a:r>
          </a:p>
          <a:p>
            <a:pPr algn="ctr"/>
            <a:r>
              <a:rPr lang="en-US" sz="2800" dirty="0"/>
              <a:t>Location – Boston</a:t>
            </a:r>
          </a:p>
        </p:txBody>
      </p:sp>
      <p:sp>
        <p:nvSpPr>
          <p:cNvPr id="4" name="TextBox 3">
            <a:extLst>
              <a:ext uri="{FF2B5EF4-FFF2-40B4-BE49-F238E27FC236}">
                <a16:creationId xmlns:a16="http://schemas.microsoft.com/office/drawing/2014/main" id="{EBD93A65-8518-B918-8F02-F3FA3B61940F}"/>
              </a:ext>
            </a:extLst>
          </p:cNvPr>
          <p:cNvSpPr txBox="1"/>
          <p:nvPr/>
        </p:nvSpPr>
        <p:spPr>
          <a:xfrm>
            <a:off x="3072338" y="4972036"/>
            <a:ext cx="5487757" cy="830997"/>
          </a:xfrm>
          <a:prstGeom prst="rect">
            <a:avLst/>
          </a:prstGeom>
          <a:noFill/>
        </p:spPr>
        <p:txBody>
          <a:bodyPr wrap="square" rtlCol="0">
            <a:spAutoFit/>
          </a:bodyPr>
          <a:lstStyle/>
          <a:p>
            <a:pPr algn="ctr"/>
            <a:r>
              <a:rPr lang="en-US" sz="2400" dirty="0"/>
              <a:t>Léon Yuan</a:t>
            </a:r>
          </a:p>
          <a:p>
            <a:pPr algn="ctr"/>
            <a:r>
              <a:rPr lang="en-US" sz="2400" dirty="0"/>
              <a:t>Second-year PhD in Statistical Science  </a:t>
            </a:r>
          </a:p>
        </p:txBody>
      </p:sp>
    </p:spTree>
    <p:extLst>
      <p:ext uri="{BB962C8B-B14F-4D97-AF65-F5344CB8AC3E}">
        <p14:creationId xmlns:p14="http://schemas.microsoft.com/office/powerpoint/2010/main" val="14161562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51D768DA-1DA7-4CBE-8E6C-2229D90C9DE0}"/>
              </a:ext>
            </a:extLst>
          </p:cNvPr>
          <p:cNvSpPr/>
          <p:nvPr/>
        </p:nvSpPr>
        <p:spPr>
          <a:xfrm>
            <a:off x="0" y="-324873"/>
            <a:ext cx="4372860" cy="7508753"/>
          </a:xfrm>
          <a:custGeom>
            <a:avLst/>
            <a:gdLst>
              <a:gd name="connsiteX0" fmla="*/ 2661351 w 4372860"/>
              <a:gd name="connsiteY0" fmla="*/ 1435 h 7508753"/>
              <a:gd name="connsiteX1" fmla="*/ 4282136 w 4372860"/>
              <a:gd name="connsiteY1" fmla="*/ 739952 h 7508753"/>
              <a:gd name="connsiteX2" fmla="*/ 4175271 w 4372860"/>
              <a:gd name="connsiteY2" fmla="*/ 3127041 h 7508753"/>
              <a:gd name="connsiteX3" fmla="*/ 4164583 w 4372860"/>
              <a:gd name="connsiteY3" fmla="*/ 5152012 h 7508753"/>
              <a:gd name="connsiteX4" fmla="*/ 3477088 w 4372860"/>
              <a:gd name="connsiteY4" fmla="*/ 7200814 h 7508753"/>
              <a:gd name="connsiteX5" fmla="*/ 1951028 w 4372860"/>
              <a:gd name="connsiteY5" fmla="*/ 7350182 h 7508753"/>
              <a:gd name="connsiteX6" fmla="*/ 1790700 w 4372860"/>
              <a:gd name="connsiteY6" fmla="*/ 7268067 h 7508753"/>
              <a:gd name="connsiteX7" fmla="*/ 1790700 w 4372860"/>
              <a:gd name="connsiteY7" fmla="*/ 7360673 h 7508753"/>
              <a:gd name="connsiteX8" fmla="*/ 0 w 4372860"/>
              <a:gd name="connsiteY8" fmla="*/ 7360673 h 7508753"/>
              <a:gd name="connsiteX9" fmla="*/ 0 w 4372860"/>
              <a:gd name="connsiteY9" fmla="*/ 185173 h 7508753"/>
              <a:gd name="connsiteX10" fmla="*/ 1659303 w 4372860"/>
              <a:gd name="connsiteY10" fmla="*/ 185173 h 7508753"/>
              <a:gd name="connsiteX11" fmla="*/ 1661275 w 4372860"/>
              <a:gd name="connsiteY11" fmla="*/ 184277 h 7508753"/>
              <a:gd name="connsiteX12" fmla="*/ 2661351 w 4372860"/>
              <a:gd name="connsiteY12" fmla="*/ 1435 h 7508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72860" h="7508753">
                <a:moveTo>
                  <a:pt x="2661351" y="1435"/>
                </a:moveTo>
                <a:cubicBezTo>
                  <a:pt x="3355974" y="-17624"/>
                  <a:pt x="4057718" y="149141"/>
                  <a:pt x="4282136" y="739952"/>
                </a:cubicBezTo>
                <a:cubicBezTo>
                  <a:pt x="4506550" y="1335535"/>
                  <a:pt x="4253639" y="2350402"/>
                  <a:pt x="4175271" y="3127041"/>
                </a:cubicBezTo>
                <a:cubicBezTo>
                  <a:pt x="4100464" y="3898913"/>
                  <a:pt x="4207329" y="4432554"/>
                  <a:pt x="4164583" y="5152012"/>
                </a:cubicBezTo>
                <a:cubicBezTo>
                  <a:pt x="4118277" y="5871476"/>
                  <a:pt x="3929480" y="6771996"/>
                  <a:pt x="3477088" y="7200814"/>
                </a:cubicBezTo>
                <a:cubicBezTo>
                  <a:pt x="3081241" y="7576030"/>
                  <a:pt x="2489032" y="7586452"/>
                  <a:pt x="1951028" y="7350182"/>
                </a:cubicBezTo>
                <a:lnTo>
                  <a:pt x="1790700" y="7268067"/>
                </a:lnTo>
                <a:lnTo>
                  <a:pt x="1790700" y="7360673"/>
                </a:lnTo>
                <a:lnTo>
                  <a:pt x="0" y="7360673"/>
                </a:lnTo>
                <a:lnTo>
                  <a:pt x="0" y="185173"/>
                </a:lnTo>
                <a:lnTo>
                  <a:pt x="1659303" y="185173"/>
                </a:lnTo>
                <a:lnTo>
                  <a:pt x="1661275" y="184277"/>
                </a:lnTo>
                <a:cubicBezTo>
                  <a:pt x="1972964" y="63374"/>
                  <a:pt x="2315821" y="8581"/>
                  <a:pt x="2661351" y="1435"/>
                </a:cubicBezTo>
                <a:close/>
              </a:path>
            </a:pathLst>
          </a:custGeom>
          <a:solidFill>
            <a:srgbClr val="13192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30" name="TextBox 29">
            <a:extLst>
              <a:ext uri="{FF2B5EF4-FFF2-40B4-BE49-F238E27FC236}">
                <a16:creationId xmlns:a16="http://schemas.microsoft.com/office/drawing/2014/main" id="{8BDC5375-5814-427B-930D-D88EDD79BF3F}"/>
              </a:ext>
            </a:extLst>
          </p:cNvPr>
          <p:cNvSpPr txBox="1"/>
          <p:nvPr/>
        </p:nvSpPr>
        <p:spPr>
          <a:xfrm>
            <a:off x="624664" y="2942769"/>
            <a:ext cx="2539478" cy="830997"/>
          </a:xfrm>
          <a:prstGeom prst="rect">
            <a:avLst/>
          </a:prstGeom>
          <a:noFill/>
        </p:spPr>
        <p:txBody>
          <a:bodyPr wrap="none" rtlCol="0">
            <a:spAutoFit/>
          </a:bodyPr>
          <a:lstStyle/>
          <a:p>
            <a:r>
              <a:rPr lang="en-IN" sz="4800" dirty="0">
                <a:solidFill>
                  <a:schemeClr val="bg1"/>
                </a:solidFill>
                <a:latin typeface="Fira Sans Medium" panose="020B0603050000020004" pitchFamily="34" charset="0"/>
              </a:rPr>
              <a:t>Outlines</a:t>
            </a:r>
            <a:endParaRPr lang="en-IN" sz="4000" dirty="0">
              <a:solidFill>
                <a:schemeClr val="bg1"/>
              </a:solidFill>
              <a:latin typeface="Fira Sans Medium" panose="020B0603050000020004" pitchFamily="34" charset="0"/>
            </a:endParaRPr>
          </a:p>
        </p:txBody>
      </p:sp>
      <p:sp>
        <p:nvSpPr>
          <p:cNvPr id="31" name="TextBox 30">
            <a:extLst>
              <a:ext uri="{FF2B5EF4-FFF2-40B4-BE49-F238E27FC236}">
                <a16:creationId xmlns:a16="http://schemas.microsoft.com/office/drawing/2014/main" id="{26C68557-04C1-488C-9420-F0487C59CFAE}"/>
              </a:ext>
            </a:extLst>
          </p:cNvPr>
          <p:cNvSpPr txBox="1"/>
          <p:nvPr/>
        </p:nvSpPr>
        <p:spPr>
          <a:xfrm>
            <a:off x="6761446" y="678538"/>
            <a:ext cx="3417530" cy="460382"/>
          </a:xfrm>
          <a:prstGeom prst="rect">
            <a:avLst/>
          </a:prstGeom>
          <a:noFill/>
        </p:spPr>
        <p:txBody>
          <a:bodyPr wrap="square" rtlCol="0">
            <a:spAutoFit/>
          </a:bodyPr>
          <a:lstStyle/>
          <a:p>
            <a:pPr>
              <a:lnSpc>
                <a:spcPct val="130000"/>
              </a:lnSpc>
            </a:pPr>
            <a:r>
              <a:rPr lang="en-IN" sz="2000" b="1" dirty="0">
                <a:latin typeface="Fira Sans Medium" panose="020B0603050000020004" pitchFamily="34" charset="0"/>
              </a:rPr>
              <a:t>Confidentiality Agreement</a:t>
            </a:r>
          </a:p>
        </p:txBody>
      </p:sp>
      <p:sp>
        <p:nvSpPr>
          <p:cNvPr id="32" name="TextBox 31">
            <a:extLst>
              <a:ext uri="{FF2B5EF4-FFF2-40B4-BE49-F238E27FC236}">
                <a16:creationId xmlns:a16="http://schemas.microsoft.com/office/drawing/2014/main" id="{189F3F56-1988-439E-BA2E-26475C3AB60B}"/>
              </a:ext>
            </a:extLst>
          </p:cNvPr>
          <p:cNvSpPr txBox="1"/>
          <p:nvPr/>
        </p:nvSpPr>
        <p:spPr>
          <a:xfrm>
            <a:off x="6761446" y="1303376"/>
            <a:ext cx="2935209" cy="460382"/>
          </a:xfrm>
          <a:prstGeom prst="rect">
            <a:avLst/>
          </a:prstGeom>
          <a:noFill/>
        </p:spPr>
        <p:txBody>
          <a:bodyPr wrap="square" rtlCol="0">
            <a:spAutoFit/>
          </a:bodyPr>
          <a:lstStyle/>
          <a:p>
            <a:pPr>
              <a:lnSpc>
                <a:spcPct val="130000"/>
              </a:lnSpc>
            </a:pPr>
            <a:r>
              <a:rPr lang="en-IN" sz="2000" b="1" dirty="0">
                <a:latin typeface="Fira Sans Medium" panose="020B0603050000020004" pitchFamily="34" charset="0"/>
              </a:rPr>
              <a:t>Team and Competitors </a:t>
            </a:r>
          </a:p>
        </p:txBody>
      </p:sp>
      <p:sp>
        <p:nvSpPr>
          <p:cNvPr id="33" name="TextBox 32">
            <a:extLst>
              <a:ext uri="{FF2B5EF4-FFF2-40B4-BE49-F238E27FC236}">
                <a16:creationId xmlns:a16="http://schemas.microsoft.com/office/drawing/2014/main" id="{5C9B9B7F-18A8-4C58-AAF2-3FB3E1D83597}"/>
              </a:ext>
            </a:extLst>
          </p:cNvPr>
          <p:cNvSpPr txBox="1"/>
          <p:nvPr/>
        </p:nvSpPr>
        <p:spPr>
          <a:xfrm>
            <a:off x="6826857" y="1946027"/>
            <a:ext cx="3015595" cy="460382"/>
          </a:xfrm>
          <a:prstGeom prst="rect">
            <a:avLst/>
          </a:prstGeom>
          <a:noFill/>
        </p:spPr>
        <p:txBody>
          <a:bodyPr wrap="square" rtlCol="0">
            <a:spAutoFit/>
          </a:bodyPr>
          <a:lstStyle/>
          <a:p>
            <a:pPr>
              <a:lnSpc>
                <a:spcPct val="130000"/>
              </a:lnSpc>
            </a:pPr>
            <a:r>
              <a:rPr lang="en-IN" sz="2000" b="1" dirty="0">
                <a:latin typeface="Fira Sans Medium" panose="020B0603050000020004" pitchFamily="34" charset="0"/>
              </a:rPr>
              <a:t>Leadership Principles </a:t>
            </a:r>
          </a:p>
        </p:txBody>
      </p:sp>
      <p:sp>
        <p:nvSpPr>
          <p:cNvPr id="34" name="TextBox 33">
            <a:extLst>
              <a:ext uri="{FF2B5EF4-FFF2-40B4-BE49-F238E27FC236}">
                <a16:creationId xmlns:a16="http://schemas.microsoft.com/office/drawing/2014/main" id="{C382D672-5F99-41CB-9E9E-873E1E7D3065}"/>
              </a:ext>
            </a:extLst>
          </p:cNvPr>
          <p:cNvSpPr txBox="1"/>
          <p:nvPr/>
        </p:nvSpPr>
        <p:spPr>
          <a:xfrm>
            <a:off x="6819235" y="3210665"/>
            <a:ext cx="3239737" cy="460382"/>
          </a:xfrm>
          <a:prstGeom prst="rect">
            <a:avLst/>
          </a:prstGeom>
          <a:noFill/>
        </p:spPr>
        <p:txBody>
          <a:bodyPr wrap="square" rtlCol="0">
            <a:spAutoFit/>
          </a:bodyPr>
          <a:lstStyle/>
          <a:p>
            <a:pPr>
              <a:lnSpc>
                <a:spcPct val="130000"/>
              </a:lnSpc>
            </a:pPr>
            <a:r>
              <a:rPr lang="en-IN" sz="2000" b="1" dirty="0">
                <a:latin typeface="Fira Sans Medium" panose="020B0603050000020004" pitchFamily="34" charset="0"/>
              </a:rPr>
              <a:t>Problem Statements</a:t>
            </a:r>
          </a:p>
        </p:txBody>
      </p:sp>
      <p:sp>
        <p:nvSpPr>
          <p:cNvPr id="35" name="TextBox 34">
            <a:extLst>
              <a:ext uri="{FF2B5EF4-FFF2-40B4-BE49-F238E27FC236}">
                <a16:creationId xmlns:a16="http://schemas.microsoft.com/office/drawing/2014/main" id="{9463D3C9-2C80-4CBA-9EB0-56C1A4688153}"/>
              </a:ext>
            </a:extLst>
          </p:cNvPr>
          <p:cNvSpPr txBox="1"/>
          <p:nvPr/>
        </p:nvSpPr>
        <p:spPr>
          <a:xfrm>
            <a:off x="6853819" y="4460829"/>
            <a:ext cx="3066003" cy="460382"/>
          </a:xfrm>
          <a:prstGeom prst="rect">
            <a:avLst/>
          </a:prstGeom>
          <a:noFill/>
        </p:spPr>
        <p:txBody>
          <a:bodyPr wrap="square" rtlCol="0">
            <a:spAutoFit/>
          </a:bodyPr>
          <a:lstStyle/>
          <a:p>
            <a:pPr>
              <a:lnSpc>
                <a:spcPct val="130000"/>
              </a:lnSpc>
            </a:pPr>
            <a:r>
              <a:rPr lang="en-IN" sz="2000" b="1" dirty="0">
                <a:latin typeface="Fira Sans Medium" panose="020B0603050000020004" pitchFamily="34" charset="0"/>
              </a:rPr>
              <a:t>Time Series Modelling</a:t>
            </a:r>
          </a:p>
        </p:txBody>
      </p:sp>
      <p:sp>
        <p:nvSpPr>
          <p:cNvPr id="36" name="TextBox 35">
            <a:extLst>
              <a:ext uri="{FF2B5EF4-FFF2-40B4-BE49-F238E27FC236}">
                <a16:creationId xmlns:a16="http://schemas.microsoft.com/office/drawing/2014/main" id="{88966208-5B6C-48D9-B93A-D29B368A5542}"/>
              </a:ext>
            </a:extLst>
          </p:cNvPr>
          <p:cNvSpPr txBox="1"/>
          <p:nvPr/>
        </p:nvSpPr>
        <p:spPr>
          <a:xfrm>
            <a:off x="6903070" y="5113524"/>
            <a:ext cx="2777682" cy="460382"/>
          </a:xfrm>
          <a:prstGeom prst="rect">
            <a:avLst/>
          </a:prstGeom>
          <a:noFill/>
        </p:spPr>
        <p:txBody>
          <a:bodyPr wrap="square" rtlCol="0">
            <a:spAutoFit/>
          </a:bodyPr>
          <a:lstStyle/>
          <a:p>
            <a:pPr>
              <a:lnSpc>
                <a:spcPct val="130000"/>
              </a:lnSpc>
            </a:pPr>
            <a:r>
              <a:rPr lang="en-IN" sz="2000" b="1" dirty="0">
                <a:latin typeface="Fira Sans Medium" panose="020B0603050000020004" pitchFamily="34" charset="0"/>
              </a:rPr>
              <a:t>Compare TS models</a:t>
            </a:r>
          </a:p>
        </p:txBody>
      </p:sp>
      <p:grpSp>
        <p:nvGrpSpPr>
          <p:cNvPr id="44" name="Group 43">
            <a:extLst>
              <a:ext uri="{FF2B5EF4-FFF2-40B4-BE49-F238E27FC236}">
                <a16:creationId xmlns:a16="http://schemas.microsoft.com/office/drawing/2014/main" id="{7C1C0611-29CB-4817-A0BC-F7BF53A734A8}"/>
              </a:ext>
            </a:extLst>
          </p:cNvPr>
          <p:cNvGrpSpPr/>
          <p:nvPr/>
        </p:nvGrpSpPr>
        <p:grpSpPr>
          <a:xfrm>
            <a:off x="6083564" y="815056"/>
            <a:ext cx="158344" cy="5242322"/>
            <a:chOff x="5198868" y="938018"/>
            <a:chExt cx="158344" cy="5242322"/>
          </a:xfrm>
        </p:grpSpPr>
        <p:cxnSp>
          <p:nvCxnSpPr>
            <p:cNvPr id="12" name="Straight Connector 11">
              <a:extLst>
                <a:ext uri="{FF2B5EF4-FFF2-40B4-BE49-F238E27FC236}">
                  <a16:creationId xmlns:a16="http://schemas.microsoft.com/office/drawing/2014/main" id="{9A4C75BB-2684-4FC5-8A3B-909FB4A17999}"/>
                </a:ext>
              </a:extLst>
            </p:cNvPr>
            <p:cNvCxnSpPr>
              <a:cxnSpLocks/>
            </p:cNvCxnSpPr>
            <p:nvPr/>
          </p:nvCxnSpPr>
          <p:spPr>
            <a:xfrm>
              <a:off x="5276849" y="1016000"/>
              <a:ext cx="0" cy="5051425"/>
            </a:xfrm>
            <a:prstGeom prst="line">
              <a:avLst/>
            </a:prstGeom>
            <a:ln w="38100" cap="rnd">
              <a:solidFill>
                <a:schemeClr val="tx1">
                  <a:lumMod val="65000"/>
                  <a:lumOff val="35000"/>
                  <a:alpha val="80000"/>
                </a:schemeClr>
              </a:solidFill>
              <a:prstDash val="sysDot"/>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1C28BED4-C907-42EB-BA8D-D0AB5A841AF8}"/>
                </a:ext>
              </a:extLst>
            </p:cNvPr>
            <p:cNvSpPr/>
            <p:nvPr/>
          </p:nvSpPr>
          <p:spPr>
            <a:xfrm>
              <a:off x="5198868" y="938018"/>
              <a:ext cx="155963" cy="155963"/>
            </a:xfrm>
            <a:prstGeom prst="ellipse">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20E494FF-2B0F-4AF2-BB3F-F356831C2AA7}"/>
                </a:ext>
              </a:extLst>
            </p:cNvPr>
            <p:cNvSpPr/>
            <p:nvPr/>
          </p:nvSpPr>
          <p:spPr>
            <a:xfrm>
              <a:off x="5198868" y="1564585"/>
              <a:ext cx="155963" cy="155963"/>
            </a:xfrm>
            <a:prstGeom prst="ellipse">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1FB5A5CD-C6FE-4A85-B64D-9A297D73FA9C}"/>
                </a:ext>
              </a:extLst>
            </p:cNvPr>
            <p:cNvSpPr/>
            <p:nvPr/>
          </p:nvSpPr>
          <p:spPr>
            <a:xfrm>
              <a:off x="5198868" y="2191152"/>
              <a:ext cx="155963" cy="155963"/>
            </a:xfrm>
            <a:prstGeom prst="ellipse">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E0ED9E14-D1D3-47D6-84CE-60ACBFCA09C9}"/>
                </a:ext>
              </a:extLst>
            </p:cNvPr>
            <p:cNvSpPr/>
            <p:nvPr/>
          </p:nvSpPr>
          <p:spPr>
            <a:xfrm>
              <a:off x="5198868" y="2846291"/>
              <a:ext cx="155963" cy="155963"/>
            </a:xfrm>
            <a:prstGeom prst="ellipse">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0C54AD29-E340-4100-AEAF-2BFD671E827F}"/>
                </a:ext>
              </a:extLst>
            </p:cNvPr>
            <p:cNvSpPr/>
            <p:nvPr/>
          </p:nvSpPr>
          <p:spPr>
            <a:xfrm>
              <a:off x="5198868" y="3480003"/>
              <a:ext cx="155963" cy="155963"/>
            </a:xfrm>
            <a:prstGeom prst="ellipse">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965F061A-4290-44CA-A3DC-9E69882AF9E9}"/>
                </a:ext>
              </a:extLst>
            </p:cNvPr>
            <p:cNvSpPr/>
            <p:nvPr/>
          </p:nvSpPr>
          <p:spPr>
            <a:xfrm>
              <a:off x="5198868" y="4113718"/>
              <a:ext cx="155963" cy="155963"/>
            </a:xfrm>
            <a:prstGeom prst="ellipse">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6F45837C-36A9-453E-9797-13E5AD22484F}"/>
                </a:ext>
              </a:extLst>
            </p:cNvPr>
            <p:cNvSpPr/>
            <p:nvPr/>
          </p:nvSpPr>
          <p:spPr>
            <a:xfrm>
              <a:off x="5198868" y="4749810"/>
              <a:ext cx="155963" cy="155963"/>
            </a:xfrm>
            <a:prstGeom prst="ellipse">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Oval 36">
              <a:extLst>
                <a:ext uri="{FF2B5EF4-FFF2-40B4-BE49-F238E27FC236}">
                  <a16:creationId xmlns:a16="http://schemas.microsoft.com/office/drawing/2014/main" id="{C81E11A5-98F7-4B68-B35F-8D355C18A68B}"/>
                </a:ext>
              </a:extLst>
            </p:cNvPr>
            <p:cNvSpPr/>
            <p:nvPr/>
          </p:nvSpPr>
          <p:spPr>
            <a:xfrm>
              <a:off x="5198868" y="5385903"/>
              <a:ext cx="155963" cy="155963"/>
            </a:xfrm>
            <a:prstGeom prst="ellipse">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Oval 37">
              <a:extLst>
                <a:ext uri="{FF2B5EF4-FFF2-40B4-BE49-F238E27FC236}">
                  <a16:creationId xmlns:a16="http://schemas.microsoft.com/office/drawing/2014/main" id="{7CC8808A-2315-46CD-B29E-68A20FEF1FBF}"/>
                </a:ext>
              </a:extLst>
            </p:cNvPr>
            <p:cNvSpPr/>
            <p:nvPr/>
          </p:nvSpPr>
          <p:spPr>
            <a:xfrm>
              <a:off x="5201249" y="6024377"/>
              <a:ext cx="155963" cy="155963"/>
            </a:xfrm>
            <a:prstGeom prst="ellipse">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0" name="TextBox 39">
            <a:extLst>
              <a:ext uri="{FF2B5EF4-FFF2-40B4-BE49-F238E27FC236}">
                <a16:creationId xmlns:a16="http://schemas.microsoft.com/office/drawing/2014/main" id="{6381D9B4-93B7-42F2-8D32-8ED071BC3419}"/>
              </a:ext>
            </a:extLst>
          </p:cNvPr>
          <p:cNvSpPr txBox="1"/>
          <p:nvPr/>
        </p:nvSpPr>
        <p:spPr>
          <a:xfrm>
            <a:off x="6969442" y="5771288"/>
            <a:ext cx="1383394" cy="460382"/>
          </a:xfrm>
          <a:prstGeom prst="rect">
            <a:avLst/>
          </a:prstGeom>
          <a:noFill/>
        </p:spPr>
        <p:txBody>
          <a:bodyPr wrap="square" rtlCol="0">
            <a:spAutoFit/>
          </a:bodyPr>
          <a:lstStyle/>
          <a:p>
            <a:pPr>
              <a:lnSpc>
                <a:spcPct val="130000"/>
              </a:lnSpc>
            </a:pPr>
            <a:r>
              <a:rPr lang="en-IN" sz="2000" b="1" dirty="0">
                <a:latin typeface="Fira Sans Medium" panose="020B0603050000020004" pitchFamily="34" charset="0"/>
              </a:rPr>
              <a:t>Domains</a:t>
            </a:r>
          </a:p>
        </p:txBody>
      </p:sp>
      <p:sp>
        <p:nvSpPr>
          <p:cNvPr id="47" name="Graphic 4">
            <a:extLst>
              <a:ext uri="{FF2B5EF4-FFF2-40B4-BE49-F238E27FC236}">
                <a16:creationId xmlns:a16="http://schemas.microsoft.com/office/drawing/2014/main" id="{FDE3956F-D0F9-4520-9EDA-791F817D6CBB}"/>
              </a:ext>
            </a:extLst>
          </p:cNvPr>
          <p:cNvSpPr/>
          <p:nvPr/>
        </p:nvSpPr>
        <p:spPr>
          <a:xfrm rot="12382247">
            <a:off x="11217169" y="4896190"/>
            <a:ext cx="1251936" cy="2210578"/>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131921"/>
          </a:solidFill>
          <a:ln w="9525" cap="flat">
            <a:noFill/>
            <a:prstDash val="solid"/>
            <a:miter/>
          </a:ln>
        </p:spPr>
        <p:txBody>
          <a:bodyPr rtlCol="0" anchor="ctr"/>
          <a:lstStyle/>
          <a:p>
            <a:endParaRPr lang="en-IN" dirty="0"/>
          </a:p>
        </p:txBody>
      </p:sp>
      <p:sp>
        <p:nvSpPr>
          <p:cNvPr id="48" name="Graphic 4">
            <a:extLst>
              <a:ext uri="{FF2B5EF4-FFF2-40B4-BE49-F238E27FC236}">
                <a16:creationId xmlns:a16="http://schemas.microsoft.com/office/drawing/2014/main" id="{145D7E10-549D-49F4-A303-0DA5C5A7C5DD}"/>
              </a:ext>
            </a:extLst>
          </p:cNvPr>
          <p:cNvSpPr/>
          <p:nvPr/>
        </p:nvSpPr>
        <p:spPr>
          <a:xfrm rot="3308474" flipH="1">
            <a:off x="11102532" y="5638359"/>
            <a:ext cx="1251936" cy="2210578"/>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232F3E"/>
          </a:solidFill>
          <a:ln w="9525" cap="flat">
            <a:noFill/>
            <a:prstDash val="solid"/>
            <a:miter/>
          </a:ln>
        </p:spPr>
        <p:txBody>
          <a:bodyPr rtlCol="0" anchor="ctr"/>
          <a:lstStyle/>
          <a:p>
            <a:endParaRPr lang="en-IN"/>
          </a:p>
        </p:txBody>
      </p:sp>
      <p:sp>
        <p:nvSpPr>
          <p:cNvPr id="27" name="TextBox 26">
            <a:extLst>
              <a:ext uri="{FF2B5EF4-FFF2-40B4-BE49-F238E27FC236}">
                <a16:creationId xmlns:a16="http://schemas.microsoft.com/office/drawing/2014/main" id="{560A116B-CEAA-4F52-BBCF-7ACCB506DD15}"/>
              </a:ext>
            </a:extLst>
          </p:cNvPr>
          <p:cNvSpPr txBox="1"/>
          <p:nvPr/>
        </p:nvSpPr>
        <p:spPr>
          <a:xfrm>
            <a:off x="5008057" y="678538"/>
            <a:ext cx="739352" cy="385234"/>
          </a:xfrm>
          <a:prstGeom prst="rect">
            <a:avLst/>
          </a:prstGeom>
          <a:noFill/>
        </p:spPr>
        <p:txBody>
          <a:bodyPr wrap="square" rtlCol="0">
            <a:spAutoFit/>
          </a:bodyPr>
          <a:lstStyle/>
          <a:p>
            <a:pPr>
              <a:lnSpc>
                <a:spcPct val="130000"/>
              </a:lnSpc>
            </a:pPr>
            <a:r>
              <a:rPr lang="en-IN" sz="1600" dirty="0">
                <a:latin typeface="Fira Sans Medium" panose="020B0603050000020004" pitchFamily="34" charset="0"/>
              </a:rPr>
              <a:t>01</a:t>
            </a:r>
            <a:endParaRPr lang="en-IN" dirty="0">
              <a:latin typeface="Fira Sans Medium" panose="020B0603050000020004" pitchFamily="34" charset="0"/>
            </a:endParaRPr>
          </a:p>
        </p:txBody>
      </p:sp>
      <p:sp>
        <p:nvSpPr>
          <p:cNvPr id="28" name="TextBox 27">
            <a:extLst>
              <a:ext uri="{FF2B5EF4-FFF2-40B4-BE49-F238E27FC236}">
                <a16:creationId xmlns:a16="http://schemas.microsoft.com/office/drawing/2014/main" id="{357E1C47-5F9B-4DEC-AB74-280817249E80}"/>
              </a:ext>
            </a:extLst>
          </p:cNvPr>
          <p:cNvSpPr txBox="1"/>
          <p:nvPr/>
        </p:nvSpPr>
        <p:spPr>
          <a:xfrm>
            <a:off x="5008057" y="1303376"/>
            <a:ext cx="739352" cy="385234"/>
          </a:xfrm>
          <a:prstGeom prst="rect">
            <a:avLst/>
          </a:prstGeom>
          <a:noFill/>
        </p:spPr>
        <p:txBody>
          <a:bodyPr wrap="square" rtlCol="0">
            <a:spAutoFit/>
          </a:bodyPr>
          <a:lstStyle/>
          <a:p>
            <a:pPr>
              <a:lnSpc>
                <a:spcPct val="130000"/>
              </a:lnSpc>
            </a:pPr>
            <a:r>
              <a:rPr lang="en-IN" sz="1600" dirty="0">
                <a:latin typeface="Fira Sans Medium" panose="020B0603050000020004" pitchFamily="34" charset="0"/>
              </a:rPr>
              <a:t>02</a:t>
            </a:r>
            <a:endParaRPr lang="en-IN" dirty="0">
              <a:latin typeface="Fira Sans Medium" panose="020B0603050000020004" pitchFamily="34" charset="0"/>
            </a:endParaRPr>
          </a:p>
        </p:txBody>
      </p:sp>
      <p:sp>
        <p:nvSpPr>
          <p:cNvPr id="29" name="TextBox 28">
            <a:extLst>
              <a:ext uri="{FF2B5EF4-FFF2-40B4-BE49-F238E27FC236}">
                <a16:creationId xmlns:a16="http://schemas.microsoft.com/office/drawing/2014/main" id="{C69CE701-A04C-4B00-A98E-45155D83FCD6}"/>
              </a:ext>
            </a:extLst>
          </p:cNvPr>
          <p:cNvSpPr txBox="1"/>
          <p:nvPr/>
        </p:nvSpPr>
        <p:spPr>
          <a:xfrm>
            <a:off x="5008057" y="1926595"/>
            <a:ext cx="739352" cy="385234"/>
          </a:xfrm>
          <a:prstGeom prst="rect">
            <a:avLst/>
          </a:prstGeom>
          <a:noFill/>
        </p:spPr>
        <p:txBody>
          <a:bodyPr wrap="square" rtlCol="0">
            <a:spAutoFit/>
          </a:bodyPr>
          <a:lstStyle/>
          <a:p>
            <a:pPr>
              <a:lnSpc>
                <a:spcPct val="130000"/>
              </a:lnSpc>
            </a:pPr>
            <a:r>
              <a:rPr lang="en-IN" sz="1600" dirty="0">
                <a:latin typeface="Fira Sans Medium" panose="020B0603050000020004" pitchFamily="34" charset="0"/>
              </a:rPr>
              <a:t>03</a:t>
            </a:r>
            <a:endParaRPr lang="en-IN" dirty="0">
              <a:latin typeface="Fira Sans Medium" panose="020B0603050000020004" pitchFamily="34" charset="0"/>
            </a:endParaRPr>
          </a:p>
        </p:txBody>
      </p:sp>
      <p:sp>
        <p:nvSpPr>
          <p:cNvPr id="39" name="TextBox 38">
            <a:extLst>
              <a:ext uri="{FF2B5EF4-FFF2-40B4-BE49-F238E27FC236}">
                <a16:creationId xmlns:a16="http://schemas.microsoft.com/office/drawing/2014/main" id="{83DF6690-26EA-40D7-A858-D4888A649056}"/>
              </a:ext>
            </a:extLst>
          </p:cNvPr>
          <p:cNvSpPr txBox="1"/>
          <p:nvPr/>
        </p:nvSpPr>
        <p:spPr>
          <a:xfrm>
            <a:off x="5008057" y="2579998"/>
            <a:ext cx="739352" cy="385234"/>
          </a:xfrm>
          <a:prstGeom prst="rect">
            <a:avLst/>
          </a:prstGeom>
          <a:noFill/>
        </p:spPr>
        <p:txBody>
          <a:bodyPr wrap="square" rtlCol="0">
            <a:spAutoFit/>
          </a:bodyPr>
          <a:lstStyle/>
          <a:p>
            <a:pPr>
              <a:lnSpc>
                <a:spcPct val="130000"/>
              </a:lnSpc>
            </a:pPr>
            <a:r>
              <a:rPr lang="en-IN" sz="1600" dirty="0">
                <a:latin typeface="Fira Sans Medium" panose="020B0603050000020004" pitchFamily="34" charset="0"/>
              </a:rPr>
              <a:t>04</a:t>
            </a:r>
            <a:endParaRPr lang="en-IN" dirty="0">
              <a:latin typeface="Fira Sans Medium" panose="020B0603050000020004" pitchFamily="34" charset="0"/>
            </a:endParaRPr>
          </a:p>
        </p:txBody>
      </p:sp>
      <p:sp>
        <p:nvSpPr>
          <p:cNvPr id="43" name="TextBox 42">
            <a:extLst>
              <a:ext uri="{FF2B5EF4-FFF2-40B4-BE49-F238E27FC236}">
                <a16:creationId xmlns:a16="http://schemas.microsoft.com/office/drawing/2014/main" id="{C7991D8B-9248-4507-96C8-9632F6372F65}"/>
              </a:ext>
            </a:extLst>
          </p:cNvPr>
          <p:cNvSpPr txBox="1"/>
          <p:nvPr/>
        </p:nvSpPr>
        <p:spPr>
          <a:xfrm>
            <a:off x="5008057" y="3222316"/>
            <a:ext cx="739352" cy="385234"/>
          </a:xfrm>
          <a:prstGeom prst="rect">
            <a:avLst/>
          </a:prstGeom>
          <a:noFill/>
        </p:spPr>
        <p:txBody>
          <a:bodyPr wrap="square" rtlCol="0">
            <a:spAutoFit/>
          </a:bodyPr>
          <a:lstStyle/>
          <a:p>
            <a:pPr>
              <a:lnSpc>
                <a:spcPct val="130000"/>
              </a:lnSpc>
            </a:pPr>
            <a:r>
              <a:rPr lang="en-IN" sz="1600" dirty="0">
                <a:latin typeface="Fira Sans Medium" panose="020B0603050000020004" pitchFamily="34" charset="0"/>
              </a:rPr>
              <a:t>05</a:t>
            </a:r>
            <a:endParaRPr lang="en-IN" dirty="0">
              <a:latin typeface="Fira Sans Medium" panose="020B0603050000020004" pitchFamily="34" charset="0"/>
            </a:endParaRPr>
          </a:p>
        </p:txBody>
      </p:sp>
      <p:sp>
        <p:nvSpPr>
          <p:cNvPr id="45" name="TextBox 44">
            <a:extLst>
              <a:ext uri="{FF2B5EF4-FFF2-40B4-BE49-F238E27FC236}">
                <a16:creationId xmlns:a16="http://schemas.microsoft.com/office/drawing/2014/main" id="{5FB414D4-51D6-47FB-B7F0-69A452F41C2C}"/>
              </a:ext>
            </a:extLst>
          </p:cNvPr>
          <p:cNvSpPr txBox="1"/>
          <p:nvPr/>
        </p:nvSpPr>
        <p:spPr>
          <a:xfrm>
            <a:off x="5008057" y="3852995"/>
            <a:ext cx="739352" cy="385234"/>
          </a:xfrm>
          <a:prstGeom prst="rect">
            <a:avLst/>
          </a:prstGeom>
          <a:noFill/>
        </p:spPr>
        <p:txBody>
          <a:bodyPr wrap="square" rtlCol="0">
            <a:spAutoFit/>
          </a:bodyPr>
          <a:lstStyle/>
          <a:p>
            <a:pPr>
              <a:lnSpc>
                <a:spcPct val="130000"/>
              </a:lnSpc>
            </a:pPr>
            <a:r>
              <a:rPr lang="en-IN" sz="1600" dirty="0">
                <a:latin typeface="Fira Sans Medium" panose="020B0603050000020004" pitchFamily="34" charset="0"/>
              </a:rPr>
              <a:t>06</a:t>
            </a:r>
            <a:endParaRPr lang="en-IN" dirty="0">
              <a:latin typeface="Fira Sans Medium" panose="020B0603050000020004" pitchFamily="34" charset="0"/>
            </a:endParaRPr>
          </a:p>
        </p:txBody>
      </p:sp>
      <p:sp>
        <p:nvSpPr>
          <p:cNvPr id="46" name="TextBox 45">
            <a:extLst>
              <a:ext uri="{FF2B5EF4-FFF2-40B4-BE49-F238E27FC236}">
                <a16:creationId xmlns:a16="http://schemas.microsoft.com/office/drawing/2014/main" id="{79A6B042-B334-4F4D-9C90-18B8C401E2FF}"/>
              </a:ext>
            </a:extLst>
          </p:cNvPr>
          <p:cNvSpPr txBox="1"/>
          <p:nvPr/>
        </p:nvSpPr>
        <p:spPr>
          <a:xfrm>
            <a:off x="5008057" y="4488261"/>
            <a:ext cx="739352" cy="385234"/>
          </a:xfrm>
          <a:prstGeom prst="rect">
            <a:avLst/>
          </a:prstGeom>
          <a:noFill/>
        </p:spPr>
        <p:txBody>
          <a:bodyPr wrap="square" rtlCol="0">
            <a:spAutoFit/>
          </a:bodyPr>
          <a:lstStyle/>
          <a:p>
            <a:pPr>
              <a:lnSpc>
                <a:spcPct val="130000"/>
              </a:lnSpc>
            </a:pPr>
            <a:r>
              <a:rPr lang="en-IN" sz="1600" dirty="0">
                <a:latin typeface="Fira Sans Medium" panose="020B0603050000020004" pitchFamily="34" charset="0"/>
              </a:rPr>
              <a:t>07</a:t>
            </a:r>
            <a:endParaRPr lang="en-IN" dirty="0">
              <a:latin typeface="Fira Sans Medium" panose="020B0603050000020004" pitchFamily="34" charset="0"/>
            </a:endParaRPr>
          </a:p>
        </p:txBody>
      </p:sp>
      <p:sp>
        <p:nvSpPr>
          <p:cNvPr id="50" name="TextBox 49">
            <a:extLst>
              <a:ext uri="{FF2B5EF4-FFF2-40B4-BE49-F238E27FC236}">
                <a16:creationId xmlns:a16="http://schemas.microsoft.com/office/drawing/2014/main" id="{343C3476-6A5D-481C-970C-E198648BD50A}"/>
              </a:ext>
            </a:extLst>
          </p:cNvPr>
          <p:cNvSpPr txBox="1"/>
          <p:nvPr/>
        </p:nvSpPr>
        <p:spPr>
          <a:xfrm>
            <a:off x="5008057" y="5123527"/>
            <a:ext cx="739352" cy="385234"/>
          </a:xfrm>
          <a:prstGeom prst="rect">
            <a:avLst/>
          </a:prstGeom>
          <a:noFill/>
        </p:spPr>
        <p:txBody>
          <a:bodyPr wrap="square" rtlCol="0">
            <a:spAutoFit/>
          </a:bodyPr>
          <a:lstStyle/>
          <a:p>
            <a:pPr>
              <a:lnSpc>
                <a:spcPct val="130000"/>
              </a:lnSpc>
            </a:pPr>
            <a:r>
              <a:rPr lang="en-IN" sz="1600" dirty="0">
                <a:latin typeface="Fira Sans Medium" panose="020B0603050000020004" pitchFamily="34" charset="0"/>
              </a:rPr>
              <a:t>08</a:t>
            </a:r>
            <a:endParaRPr lang="en-IN" dirty="0">
              <a:latin typeface="Fira Sans Medium" panose="020B0603050000020004" pitchFamily="34" charset="0"/>
            </a:endParaRPr>
          </a:p>
        </p:txBody>
      </p:sp>
      <p:sp>
        <p:nvSpPr>
          <p:cNvPr id="51" name="TextBox 50">
            <a:extLst>
              <a:ext uri="{FF2B5EF4-FFF2-40B4-BE49-F238E27FC236}">
                <a16:creationId xmlns:a16="http://schemas.microsoft.com/office/drawing/2014/main" id="{1F241C2B-092E-4EFF-9D90-C8A236300C34}"/>
              </a:ext>
            </a:extLst>
          </p:cNvPr>
          <p:cNvSpPr txBox="1"/>
          <p:nvPr/>
        </p:nvSpPr>
        <p:spPr>
          <a:xfrm>
            <a:off x="5008057" y="5763608"/>
            <a:ext cx="739352" cy="385234"/>
          </a:xfrm>
          <a:prstGeom prst="rect">
            <a:avLst/>
          </a:prstGeom>
          <a:noFill/>
        </p:spPr>
        <p:txBody>
          <a:bodyPr wrap="square" rtlCol="0">
            <a:spAutoFit/>
          </a:bodyPr>
          <a:lstStyle/>
          <a:p>
            <a:pPr>
              <a:lnSpc>
                <a:spcPct val="130000"/>
              </a:lnSpc>
            </a:pPr>
            <a:r>
              <a:rPr lang="en-IN" sz="1600" dirty="0">
                <a:latin typeface="Fira Sans Medium" panose="020B0603050000020004" pitchFamily="34" charset="0"/>
              </a:rPr>
              <a:t>09</a:t>
            </a:r>
            <a:endParaRPr lang="en-IN" dirty="0">
              <a:latin typeface="Fira Sans Medium" panose="020B0603050000020004" pitchFamily="34" charset="0"/>
            </a:endParaRPr>
          </a:p>
        </p:txBody>
      </p:sp>
      <p:sp>
        <p:nvSpPr>
          <p:cNvPr id="2" name="TextBox 1">
            <a:extLst>
              <a:ext uri="{FF2B5EF4-FFF2-40B4-BE49-F238E27FC236}">
                <a16:creationId xmlns:a16="http://schemas.microsoft.com/office/drawing/2014/main" id="{B9A2FFD9-F3E2-DFB8-F68B-8B56892A55BF}"/>
              </a:ext>
            </a:extLst>
          </p:cNvPr>
          <p:cNvSpPr txBox="1"/>
          <p:nvPr/>
        </p:nvSpPr>
        <p:spPr>
          <a:xfrm>
            <a:off x="6826857" y="2599428"/>
            <a:ext cx="2262548" cy="400110"/>
          </a:xfrm>
          <a:prstGeom prst="rect">
            <a:avLst/>
          </a:prstGeom>
          <a:noFill/>
        </p:spPr>
        <p:txBody>
          <a:bodyPr wrap="square" rtlCol="0">
            <a:spAutoFit/>
          </a:bodyPr>
          <a:lstStyle/>
          <a:p>
            <a:r>
              <a:rPr lang="en-US" sz="2000" b="1" dirty="0">
                <a:latin typeface="Fira Sans" panose="020B0503050000020004" pitchFamily="34" charset="0"/>
              </a:rPr>
              <a:t>Introduction</a:t>
            </a:r>
          </a:p>
        </p:txBody>
      </p:sp>
      <p:sp>
        <p:nvSpPr>
          <p:cNvPr id="4" name="TextBox 3">
            <a:extLst>
              <a:ext uri="{FF2B5EF4-FFF2-40B4-BE49-F238E27FC236}">
                <a16:creationId xmlns:a16="http://schemas.microsoft.com/office/drawing/2014/main" id="{B6B5CE89-8813-0E7D-D03C-2F5FD877F6E8}"/>
              </a:ext>
            </a:extLst>
          </p:cNvPr>
          <p:cNvSpPr txBox="1"/>
          <p:nvPr/>
        </p:nvSpPr>
        <p:spPr>
          <a:xfrm>
            <a:off x="6853819" y="3879216"/>
            <a:ext cx="2348785" cy="400110"/>
          </a:xfrm>
          <a:prstGeom prst="rect">
            <a:avLst/>
          </a:prstGeom>
          <a:noFill/>
        </p:spPr>
        <p:txBody>
          <a:bodyPr wrap="square" rtlCol="0">
            <a:spAutoFit/>
          </a:bodyPr>
          <a:lstStyle/>
          <a:p>
            <a:r>
              <a:rPr lang="en-US" sz="2000" b="1" dirty="0">
                <a:latin typeface="Fira Sans" panose="020B0503050000020004" pitchFamily="34" charset="0"/>
              </a:rPr>
              <a:t>Measurements</a:t>
            </a:r>
          </a:p>
        </p:txBody>
      </p:sp>
      <p:sp>
        <p:nvSpPr>
          <p:cNvPr id="3" name="Graphic 11">
            <a:extLst>
              <a:ext uri="{FF2B5EF4-FFF2-40B4-BE49-F238E27FC236}">
                <a16:creationId xmlns:a16="http://schemas.microsoft.com/office/drawing/2014/main" id="{8DB6DFF1-365D-45F1-5D8B-78D6F4D6524E}"/>
              </a:ext>
            </a:extLst>
          </p:cNvPr>
          <p:cNvSpPr/>
          <p:nvPr/>
        </p:nvSpPr>
        <p:spPr>
          <a:xfrm rot="7707741">
            <a:off x="11450731" y="4710154"/>
            <a:ext cx="775163" cy="720875"/>
          </a:xfrm>
          <a:custGeom>
            <a:avLst/>
            <a:gdLst>
              <a:gd name="connsiteX0" fmla="*/ 1051454 w 1444799"/>
              <a:gd name="connsiteY0" fmla="*/ 206792 h 1343613"/>
              <a:gd name="connsiteX1" fmla="*/ 1253384 w 1444799"/>
              <a:gd name="connsiteY1" fmla="*/ 532548 h 1343613"/>
              <a:gd name="connsiteX2" fmla="*/ 1443884 w 1444799"/>
              <a:gd name="connsiteY2" fmla="*/ 904023 h 1343613"/>
              <a:gd name="connsiteX3" fmla="*/ 1145752 w 1444799"/>
              <a:gd name="connsiteY3" fmla="*/ 1165960 h 1343613"/>
              <a:gd name="connsiteX4" fmla="*/ 728556 w 1444799"/>
              <a:gd name="connsiteY4" fmla="*/ 1305025 h 1343613"/>
              <a:gd name="connsiteX5" fmla="*/ 267546 w 1444799"/>
              <a:gd name="connsiteY5" fmla="*/ 1305025 h 1343613"/>
              <a:gd name="connsiteX6" fmla="*/ 21801 w 1444799"/>
              <a:gd name="connsiteY6" fmla="*/ 912595 h 1343613"/>
              <a:gd name="connsiteX7" fmla="*/ 64664 w 1444799"/>
              <a:gd name="connsiteY7" fmla="*/ 463968 h 1343613"/>
              <a:gd name="connsiteX8" fmla="*/ 405659 w 1444799"/>
              <a:gd name="connsiteY8" fmla="*/ 187742 h 1343613"/>
              <a:gd name="connsiteX9" fmla="*/ 753321 w 1444799"/>
              <a:gd name="connsiteY9" fmla="*/ 100 h 1343613"/>
              <a:gd name="connsiteX10" fmla="*/ 1051454 w 1444799"/>
              <a:gd name="connsiteY10" fmla="*/ 206792 h 1343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4799" h="1343613">
                <a:moveTo>
                  <a:pt x="1051454" y="206792"/>
                </a:moveTo>
                <a:cubicBezTo>
                  <a:pt x="1128607" y="309663"/>
                  <a:pt x="1171469" y="411580"/>
                  <a:pt x="1253384" y="532548"/>
                </a:cubicBezTo>
                <a:cubicBezTo>
                  <a:pt x="1336252" y="652563"/>
                  <a:pt x="1457219" y="791628"/>
                  <a:pt x="1443884" y="904023"/>
                </a:cubicBezTo>
                <a:cubicBezTo>
                  <a:pt x="1430549" y="1016418"/>
                  <a:pt x="1282912" y="1102143"/>
                  <a:pt x="1145752" y="1165960"/>
                </a:cubicBezTo>
                <a:cubicBezTo>
                  <a:pt x="1008591" y="1228825"/>
                  <a:pt x="880956" y="1269783"/>
                  <a:pt x="728556" y="1305025"/>
                </a:cubicBezTo>
                <a:cubicBezTo>
                  <a:pt x="575204" y="1340268"/>
                  <a:pt x="397086" y="1370748"/>
                  <a:pt x="267546" y="1305025"/>
                </a:cubicBezTo>
                <a:cubicBezTo>
                  <a:pt x="138959" y="1239303"/>
                  <a:pt x="58949" y="1076425"/>
                  <a:pt x="21801" y="912595"/>
                </a:cubicBezTo>
                <a:cubicBezTo>
                  <a:pt x="-14394" y="748765"/>
                  <a:pt x="-8679" y="583030"/>
                  <a:pt x="64664" y="463968"/>
                </a:cubicBezTo>
                <a:cubicBezTo>
                  <a:pt x="138006" y="345858"/>
                  <a:pt x="278976" y="274420"/>
                  <a:pt x="405659" y="187742"/>
                </a:cubicBezTo>
                <a:cubicBezTo>
                  <a:pt x="531389" y="101065"/>
                  <a:pt x="642831" y="100"/>
                  <a:pt x="753321" y="100"/>
                </a:cubicBezTo>
                <a:cubicBezTo>
                  <a:pt x="864764" y="1052"/>
                  <a:pt x="974301" y="104875"/>
                  <a:pt x="1051454" y="206792"/>
                </a:cubicBezTo>
                <a:close/>
              </a:path>
            </a:pathLst>
          </a:custGeom>
          <a:solidFill>
            <a:srgbClr val="FF9900"/>
          </a:solidFill>
          <a:ln w="9525" cap="flat">
            <a:noFill/>
            <a:prstDash val="solid"/>
            <a:miter/>
          </a:ln>
        </p:spPr>
        <p:txBody>
          <a:bodyPr rtlCol="0" anchor="ctr"/>
          <a:lstStyle/>
          <a:p>
            <a:endParaRPr lang="en-IN"/>
          </a:p>
        </p:txBody>
      </p:sp>
    </p:spTree>
    <p:extLst>
      <p:ext uri="{BB962C8B-B14F-4D97-AF65-F5344CB8AC3E}">
        <p14:creationId xmlns:p14="http://schemas.microsoft.com/office/powerpoint/2010/main" val="1364433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A person sitting on a chair&#10;&#10;Description automatically generated with medium confidence">
            <a:extLst>
              <a:ext uri="{FF2B5EF4-FFF2-40B4-BE49-F238E27FC236}">
                <a16:creationId xmlns:a16="http://schemas.microsoft.com/office/drawing/2014/main" id="{5DCDDCB0-DC04-4D9A-AFBA-04C6E78805FB}"/>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7734" t="454" r="7734" b="12535"/>
          <a:stretch/>
        </p:blipFill>
        <p:spPr>
          <a:xfrm>
            <a:off x="1400639" y="999207"/>
            <a:ext cx="3590925" cy="466725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Rounded Corners 4">
            <a:extLst>
              <a:ext uri="{FF2B5EF4-FFF2-40B4-BE49-F238E27FC236}">
                <a16:creationId xmlns:a16="http://schemas.microsoft.com/office/drawing/2014/main" id="{7530D8D3-3A57-4631-8427-8B7115FAEE7A}"/>
              </a:ext>
            </a:extLst>
          </p:cNvPr>
          <p:cNvSpPr/>
          <p:nvPr/>
        </p:nvSpPr>
        <p:spPr>
          <a:xfrm rot="2700000">
            <a:off x="1433080" y="728386"/>
            <a:ext cx="354933" cy="1494180"/>
          </a:xfrm>
          <a:prstGeom prst="roundRect">
            <a:avLst>
              <a:gd name="adj" fmla="val 13772"/>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DC542C89-8FC5-4E6E-B09F-1F6DDB6FEF54}"/>
              </a:ext>
            </a:extLst>
          </p:cNvPr>
          <p:cNvSpPr/>
          <p:nvPr/>
        </p:nvSpPr>
        <p:spPr>
          <a:xfrm rot="2700000">
            <a:off x="4471366" y="4539678"/>
            <a:ext cx="354933" cy="1494182"/>
          </a:xfrm>
          <a:prstGeom prst="roundRect">
            <a:avLst>
              <a:gd name="adj" fmla="val 13772"/>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A4CD0DDA-5D2C-4EC9-9C5B-51BAF7200AFA}"/>
              </a:ext>
            </a:extLst>
          </p:cNvPr>
          <p:cNvSpPr/>
          <p:nvPr/>
        </p:nvSpPr>
        <p:spPr>
          <a:xfrm rot="5400000">
            <a:off x="2718020" y="4899592"/>
            <a:ext cx="621144" cy="2836093"/>
          </a:xfrm>
          <a:prstGeom prst="roundRect">
            <a:avLst>
              <a:gd name="adj" fmla="val 19231"/>
            </a:avLst>
          </a:prstGeom>
          <a:solidFill>
            <a:srgbClr val="131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B0DAC882-EE8C-41E4-8ACB-AFC718BC0E0B}"/>
              </a:ext>
            </a:extLst>
          </p:cNvPr>
          <p:cNvSpPr txBox="1"/>
          <p:nvPr/>
        </p:nvSpPr>
        <p:spPr>
          <a:xfrm>
            <a:off x="1829047" y="5987010"/>
            <a:ext cx="2256460" cy="641201"/>
          </a:xfrm>
          <a:prstGeom prst="rect">
            <a:avLst/>
          </a:prstGeom>
          <a:noFill/>
        </p:spPr>
        <p:txBody>
          <a:bodyPr wrap="square" rtlCol="0">
            <a:spAutoFit/>
          </a:bodyPr>
          <a:lstStyle/>
          <a:p>
            <a:pPr algn="ctr">
              <a:lnSpc>
                <a:spcPct val="120000"/>
              </a:lnSpc>
            </a:pPr>
            <a:r>
              <a:rPr lang="en-IN" sz="3200" b="0" i="0" dirty="0">
                <a:solidFill>
                  <a:schemeClr val="bg1"/>
                </a:solidFill>
                <a:effectLst/>
                <a:latin typeface="Fira Sans Medium" panose="020B0603050000020004" pitchFamily="34" charset="0"/>
              </a:rPr>
              <a:t>JEFF BEZOS</a:t>
            </a:r>
            <a:endParaRPr lang="en-IN" sz="3200" dirty="0">
              <a:solidFill>
                <a:schemeClr val="bg1"/>
              </a:solidFill>
              <a:latin typeface="Fira Sans Medium" panose="020B0603050000020004" pitchFamily="34"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A2D790AD-8617-40AE-A240-0F2F2CF406C8}"/>
              </a:ext>
            </a:extLst>
          </p:cNvPr>
          <p:cNvSpPr txBox="1"/>
          <p:nvPr/>
        </p:nvSpPr>
        <p:spPr>
          <a:xfrm>
            <a:off x="1555514" y="165838"/>
            <a:ext cx="3393878" cy="769441"/>
          </a:xfrm>
          <a:prstGeom prst="rect">
            <a:avLst/>
          </a:prstGeom>
          <a:noFill/>
        </p:spPr>
        <p:txBody>
          <a:bodyPr wrap="none" rtlCol="0">
            <a:spAutoFit/>
          </a:bodyPr>
          <a:lstStyle/>
          <a:p>
            <a:r>
              <a:rPr lang="en-IN" sz="4400" dirty="0">
                <a:latin typeface="Fira Sans Medium" panose="020B0603050000020004" pitchFamily="34" charset="0"/>
              </a:rPr>
              <a:t>Our Founder</a:t>
            </a:r>
            <a:endParaRPr lang="en-IN" sz="3600" dirty="0">
              <a:latin typeface="Fira Sans Medium" panose="020B0603050000020004" pitchFamily="34" charset="0"/>
            </a:endParaRPr>
          </a:p>
        </p:txBody>
      </p:sp>
      <p:sp>
        <p:nvSpPr>
          <p:cNvPr id="17" name="Graphic 4">
            <a:extLst>
              <a:ext uri="{FF2B5EF4-FFF2-40B4-BE49-F238E27FC236}">
                <a16:creationId xmlns:a16="http://schemas.microsoft.com/office/drawing/2014/main" id="{CD57E20B-33A1-4C5C-98F1-40B694DE3E8F}"/>
              </a:ext>
            </a:extLst>
          </p:cNvPr>
          <p:cNvSpPr/>
          <p:nvPr/>
        </p:nvSpPr>
        <p:spPr>
          <a:xfrm rot="2476041">
            <a:off x="-269976" y="-648288"/>
            <a:ext cx="1251936" cy="2210578"/>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131921"/>
          </a:solidFill>
          <a:ln w="9525" cap="flat">
            <a:noFill/>
            <a:prstDash val="solid"/>
            <a:miter/>
          </a:ln>
        </p:spPr>
        <p:txBody>
          <a:bodyPr rtlCol="0" anchor="ctr"/>
          <a:lstStyle/>
          <a:p>
            <a:endParaRPr lang="en-IN" dirty="0"/>
          </a:p>
        </p:txBody>
      </p:sp>
      <p:sp>
        <p:nvSpPr>
          <p:cNvPr id="18" name="Graphic 4">
            <a:extLst>
              <a:ext uri="{FF2B5EF4-FFF2-40B4-BE49-F238E27FC236}">
                <a16:creationId xmlns:a16="http://schemas.microsoft.com/office/drawing/2014/main" id="{ED30B1BB-52E2-4005-8F4B-EF9AF5569359}"/>
              </a:ext>
            </a:extLst>
          </p:cNvPr>
          <p:cNvSpPr/>
          <p:nvPr/>
        </p:nvSpPr>
        <p:spPr>
          <a:xfrm rot="15002268" flipH="1">
            <a:off x="31601" y="-1336044"/>
            <a:ext cx="1251936" cy="2210578"/>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232F3E"/>
          </a:solidFill>
          <a:ln w="9525" cap="flat">
            <a:noFill/>
            <a:prstDash val="solid"/>
            <a:miter/>
          </a:ln>
        </p:spPr>
        <p:txBody>
          <a:bodyPr rtlCol="0" anchor="ctr"/>
          <a:lstStyle/>
          <a:p>
            <a:endParaRPr lang="en-IN"/>
          </a:p>
        </p:txBody>
      </p:sp>
      <p:pic>
        <p:nvPicPr>
          <p:cNvPr id="3" name="Picture 2" descr="A person in a suit&#10;&#10;Description automatically generated">
            <a:extLst>
              <a:ext uri="{FF2B5EF4-FFF2-40B4-BE49-F238E27FC236}">
                <a16:creationId xmlns:a16="http://schemas.microsoft.com/office/drawing/2014/main" id="{0B24730A-3E8B-3655-DB5C-9D9F51E33C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31580" y="967243"/>
            <a:ext cx="4581103" cy="473117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0" name="TextBox 9">
            <a:extLst>
              <a:ext uri="{FF2B5EF4-FFF2-40B4-BE49-F238E27FC236}">
                <a16:creationId xmlns:a16="http://schemas.microsoft.com/office/drawing/2014/main" id="{F62BDF0E-F228-53B0-4B42-38BC1F9E798C}"/>
              </a:ext>
            </a:extLst>
          </p:cNvPr>
          <p:cNvSpPr txBox="1"/>
          <p:nvPr/>
        </p:nvSpPr>
        <p:spPr>
          <a:xfrm>
            <a:off x="8043268" y="165837"/>
            <a:ext cx="2273379" cy="769441"/>
          </a:xfrm>
          <a:prstGeom prst="rect">
            <a:avLst/>
          </a:prstGeom>
          <a:noFill/>
        </p:spPr>
        <p:txBody>
          <a:bodyPr wrap="none" rtlCol="0">
            <a:spAutoFit/>
          </a:bodyPr>
          <a:lstStyle/>
          <a:p>
            <a:r>
              <a:rPr lang="en-IN" sz="4400" dirty="0">
                <a:latin typeface="Fira Sans Medium" panose="020B0603050000020004" pitchFamily="34" charset="0"/>
              </a:rPr>
              <a:t>Our CEO</a:t>
            </a:r>
            <a:endParaRPr lang="en-IN" sz="3600" dirty="0">
              <a:latin typeface="Fira Sans Medium" panose="020B0603050000020004" pitchFamily="34" charset="0"/>
            </a:endParaRPr>
          </a:p>
        </p:txBody>
      </p:sp>
      <p:sp>
        <p:nvSpPr>
          <p:cNvPr id="12" name="Rectangle: Rounded Corners 4">
            <a:extLst>
              <a:ext uri="{FF2B5EF4-FFF2-40B4-BE49-F238E27FC236}">
                <a16:creationId xmlns:a16="http://schemas.microsoft.com/office/drawing/2014/main" id="{D2A4B332-0DE8-668A-FE92-D435CEC0A74A}"/>
              </a:ext>
            </a:extLst>
          </p:cNvPr>
          <p:cNvSpPr/>
          <p:nvPr/>
        </p:nvSpPr>
        <p:spPr>
          <a:xfrm rot="2700000">
            <a:off x="7117416" y="552479"/>
            <a:ext cx="354933" cy="1671647"/>
          </a:xfrm>
          <a:prstGeom prst="roundRect">
            <a:avLst>
              <a:gd name="adj" fmla="val 13772"/>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4">
            <a:extLst>
              <a:ext uri="{FF2B5EF4-FFF2-40B4-BE49-F238E27FC236}">
                <a16:creationId xmlns:a16="http://schemas.microsoft.com/office/drawing/2014/main" id="{6E788DDC-E4B1-F2CB-AB95-34991B73AFC7}"/>
              </a:ext>
            </a:extLst>
          </p:cNvPr>
          <p:cNvSpPr/>
          <p:nvPr/>
        </p:nvSpPr>
        <p:spPr>
          <a:xfrm rot="2700000">
            <a:off x="10995333" y="4314458"/>
            <a:ext cx="354933" cy="1671648"/>
          </a:xfrm>
          <a:prstGeom prst="roundRect">
            <a:avLst>
              <a:gd name="adj" fmla="val 13772"/>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6">
            <a:extLst>
              <a:ext uri="{FF2B5EF4-FFF2-40B4-BE49-F238E27FC236}">
                <a16:creationId xmlns:a16="http://schemas.microsoft.com/office/drawing/2014/main" id="{A4DB3A24-76E8-1814-DF38-29737984191F}"/>
              </a:ext>
            </a:extLst>
          </p:cNvPr>
          <p:cNvSpPr/>
          <p:nvPr/>
        </p:nvSpPr>
        <p:spPr>
          <a:xfrm rot="5400000">
            <a:off x="9011095" y="4925438"/>
            <a:ext cx="621144" cy="2836093"/>
          </a:xfrm>
          <a:prstGeom prst="roundRect">
            <a:avLst>
              <a:gd name="adj" fmla="val 19231"/>
            </a:avLst>
          </a:prstGeom>
          <a:solidFill>
            <a:srgbClr val="131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4B53F735-B320-3CD2-F0F1-7014206E4906}"/>
              </a:ext>
            </a:extLst>
          </p:cNvPr>
          <p:cNvSpPr txBox="1"/>
          <p:nvPr/>
        </p:nvSpPr>
        <p:spPr>
          <a:xfrm>
            <a:off x="8092003" y="6010223"/>
            <a:ext cx="2459331" cy="644279"/>
          </a:xfrm>
          <a:prstGeom prst="rect">
            <a:avLst/>
          </a:prstGeom>
          <a:noFill/>
        </p:spPr>
        <p:txBody>
          <a:bodyPr wrap="square" rtlCol="0">
            <a:spAutoFit/>
          </a:bodyPr>
          <a:lstStyle/>
          <a:p>
            <a:pPr algn="ctr">
              <a:lnSpc>
                <a:spcPct val="120000"/>
              </a:lnSpc>
            </a:pPr>
            <a:r>
              <a:rPr lang="en-IN" sz="3200" dirty="0">
                <a:solidFill>
                  <a:schemeClr val="bg1"/>
                </a:solidFill>
                <a:latin typeface="Fira Sans Medium" panose="020B0603050000020004" pitchFamily="34" charset="0"/>
                <a:ea typeface="Roboto" panose="02000000000000000000" pitchFamily="2" charset="0"/>
                <a:cs typeface="Roboto" panose="02000000000000000000" pitchFamily="2" charset="0"/>
              </a:rPr>
              <a:t>ANDY JASSY</a:t>
            </a:r>
          </a:p>
        </p:txBody>
      </p:sp>
      <p:cxnSp>
        <p:nvCxnSpPr>
          <p:cNvPr id="21" name="Straight Arrow Connector 20">
            <a:extLst>
              <a:ext uri="{FF2B5EF4-FFF2-40B4-BE49-F238E27FC236}">
                <a16:creationId xmlns:a16="http://schemas.microsoft.com/office/drawing/2014/main" id="{7B152268-477A-17C5-A7BF-3916602400CA}"/>
              </a:ext>
            </a:extLst>
          </p:cNvPr>
          <p:cNvCxnSpPr>
            <a:stCxn id="11" idx="3"/>
            <a:endCxn id="3" idx="1"/>
          </p:cNvCxnSpPr>
          <p:nvPr/>
        </p:nvCxnSpPr>
        <p:spPr>
          <a:xfrm>
            <a:off x="4991564" y="3332832"/>
            <a:ext cx="1940016" cy="0"/>
          </a:xfrm>
          <a:prstGeom prst="straightConnector1">
            <a:avLst/>
          </a:prstGeom>
          <a:ln w="476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DDE8156D-B0F9-E0C0-AB28-489CE180FDF1}"/>
              </a:ext>
            </a:extLst>
          </p:cNvPr>
          <p:cNvSpPr txBox="1"/>
          <p:nvPr/>
        </p:nvSpPr>
        <p:spPr>
          <a:xfrm>
            <a:off x="5533706" y="2863780"/>
            <a:ext cx="1044672" cy="461665"/>
          </a:xfrm>
          <a:prstGeom prst="rect">
            <a:avLst/>
          </a:prstGeom>
          <a:noFill/>
        </p:spPr>
        <p:txBody>
          <a:bodyPr wrap="square" rtlCol="0">
            <a:spAutoFit/>
          </a:bodyPr>
          <a:lstStyle/>
          <a:p>
            <a:r>
              <a:rPr lang="en-US" sz="2400" dirty="0"/>
              <a:t>2021</a:t>
            </a:r>
          </a:p>
        </p:txBody>
      </p:sp>
    </p:spTree>
    <p:extLst>
      <p:ext uri="{BB962C8B-B14F-4D97-AF65-F5344CB8AC3E}">
        <p14:creationId xmlns:p14="http://schemas.microsoft.com/office/powerpoint/2010/main" val="2359810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val 15">
            <a:extLst>
              <a:ext uri="{FF2B5EF4-FFF2-40B4-BE49-F238E27FC236}">
                <a16:creationId xmlns:a16="http://schemas.microsoft.com/office/drawing/2014/main" id="{59358E82-2085-4FDC-BB98-0AC776133192}"/>
              </a:ext>
            </a:extLst>
          </p:cNvPr>
          <p:cNvSpPr/>
          <p:nvPr/>
        </p:nvSpPr>
        <p:spPr>
          <a:xfrm>
            <a:off x="-266700" y="-3262994"/>
            <a:ext cx="12725400" cy="5687787"/>
          </a:xfrm>
          <a:prstGeom prst="ellipse">
            <a:avLst/>
          </a:prstGeom>
          <a:solidFill>
            <a:srgbClr val="131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5" name="Group 14">
            <a:extLst>
              <a:ext uri="{FF2B5EF4-FFF2-40B4-BE49-F238E27FC236}">
                <a16:creationId xmlns:a16="http://schemas.microsoft.com/office/drawing/2014/main" id="{E01B0333-67C2-4114-8841-981615299F70}"/>
              </a:ext>
            </a:extLst>
          </p:cNvPr>
          <p:cNvGrpSpPr/>
          <p:nvPr/>
        </p:nvGrpSpPr>
        <p:grpSpPr>
          <a:xfrm>
            <a:off x="939830" y="1031216"/>
            <a:ext cx="10312340" cy="1826284"/>
            <a:chOff x="3311855" y="3736152"/>
            <a:chExt cx="4123771" cy="928902"/>
          </a:xfrm>
          <a:solidFill>
            <a:srgbClr val="FF9900"/>
          </a:solidFill>
        </p:grpSpPr>
        <p:sp>
          <p:nvSpPr>
            <p:cNvPr id="7" name="Freeform: Shape 6">
              <a:extLst>
                <a:ext uri="{FF2B5EF4-FFF2-40B4-BE49-F238E27FC236}">
                  <a16:creationId xmlns:a16="http://schemas.microsoft.com/office/drawing/2014/main" id="{CB3B074F-AF3B-45D4-9277-1CA1BB0C11C6}"/>
                </a:ext>
              </a:extLst>
            </p:cNvPr>
            <p:cNvSpPr/>
            <p:nvPr/>
          </p:nvSpPr>
          <p:spPr>
            <a:xfrm>
              <a:off x="3311855" y="3817376"/>
              <a:ext cx="3760826" cy="847678"/>
            </a:xfrm>
            <a:custGeom>
              <a:avLst/>
              <a:gdLst>
                <a:gd name="connsiteX0" fmla="*/ 4569032 w 4609853"/>
                <a:gd name="connsiteY0" fmla="*/ 413392 h 1039050"/>
                <a:gd name="connsiteX1" fmla="*/ 2522490 w 4609853"/>
                <a:gd name="connsiteY1" fmla="*/ 1039051 h 1039050"/>
                <a:gd name="connsiteX2" fmla="*/ 22339 w 4609853"/>
                <a:gd name="connsiteY2" fmla="*/ 85017 h 1039050"/>
                <a:gd name="connsiteX3" fmla="*/ 79146 w 4609853"/>
                <a:gd name="connsiteY3" fmla="*/ 10798 h 1039050"/>
                <a:gd name="connsiteX4" fmla="*/ 2580535 w 4609853"/>
                <a:gd name="connsiteY4" fmla="*/ 674186 h 1039050"/>
                <a:gd name="connsiteX5" fmla="*/ 4488602 w 4609853"/>
                <a:gd name="connsiteY5" fmla="*/ 284033 h 1039050"/>
                <a:gd name="connsiteX6" fmla="*/ 4569032 w 4609853"/>
                <a:gd name="connsiteY6" fmla="*/ 413392 h 103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9853" h="1039050">
                  <a:moveTo>
                    <a:pt x="4569032" y="413392"/>
                  </a:moveTo>
                  <a:cubicBezTo>
                    <a:pt x="4015524" y="821376"/>
                    <a:pt x="3213233" y="1039051"/>
                    <a:pt x="2522490" y="1039051"/>
                  </a:cubicBezTo>
                  <a:cubicBezTo>
                    <a:pt x="1553940" y="1039051"/>
                    <a:pt x="682003" y="680825"/>
                    <a:pt x="22339" y="85017"/>
                  </a:cubicBezTo>
                  <a:cubicBezTo>
                    <a:pt x="-29486" y="38164"/>
                    <a:pt x="16958" y="-25682"/>
                    <a:pt x="79146" y="10798"/>
                  </a:cubicBezTo>
                  <a:cubicBezTo>
                    <a:pt x="791045" y="425003"/>
                    <a:pt x="1671279" y="674186"/>
                    <a:pt x="2580535" y="674186"/>
                  </a:cubicBezTo>
                  <a:cubicBezTo>
                    <a:pt x="3193755" y="674186"/>
                    <a:pt x="3868334" y="547313"/>
                    <a:pt x="4488602" y="284033"/>
                  </a:cubicBezTo>
                  <a:cubicBezTo>
                    <a:pt x="4582300" y="244228"/>
                    <a:pt x="4660662" y="345393"/>
                    <a:pt x="4569032" y="413392"/>
                  </a:cubicBezTo>
                </a:path>
              </a:pathLst>
            </a:custGeom>
            <a:grpFill/>
            <a:ln w="9525" cap="flat">
              <a:noFill/>
              <a:prstDash val="solid"/>
              <a:miter/>
            </a:ln>
          </p:spPr>
          <p:txBody>
            <a:bodyPr rtlCol="0" anchor="ctr"/>
            <a:lstStyle/>
            <a:p>
              <a:endParaRPr lang="en-IN"/>
            </a:p>
          </p:txBody>
        </p:sp>
        <p:sp>
          <p:nvSpPr>
            <p:cNvPr id="8" name="Freeform: Shape 7">
              <a:extLst>
                <a:ext uri="{FF2B5EF4-FFF2-40B4-BE49-F238E27FC236}">
                  <a16:creationId xmlns:a16="http://schemas.microsoft.com/office/drawing/2014/main" id="{6ED209F1-7EAD-4F07-B776-7C23C809D52D}"/>
                </a:ext>
              </a:extLst>
            </p:cNvPr>
            <p:cNvSpPr/>
            <p:nvPr/>
          </p:nvSpPr>
          <p:spPr>
            <a:xfrm>
              <a:off x="6662590" y="3736152"/>
              <a:ext cx="773036" cy="761368"/>
            </a:xfrm>
            <a:custGeom>
              <a:avLst/>
              <a:gdLst>
                <a:gd name="connsiteX0" fmla="*/ 691963 w 947553"/>
                <a:gd name="connsiteY0" fmla="*/ 249669 h 933254"/>
                <a:gd name="connsiteX1" fmla="*/ 45996 w 947553"/>
                <a:gd name="connsiteY1" fmla="*/ 228114 h 933254"/>
                <a:gd name="connsiteX2" fmla="*/ 32309 w 947553"/>
                <a:gd name="connsiteY2" fmla="*/ 153476 h 933254"/>
                <a:gd name="connsiteX3" fmla="*/ 928297 w 947553"/>
                <a:gd name="connsiteY3" fmla="*/ 69723 h 933254"/>
                <a:gd name="connsiteX4" fmla="*/ 615258 w 947553"/>
                <a:gd name="connsiteY4" fmla="*/ 913476 h 933254"/>
                <a:gd name="connsiteX5" fmla="*/ 546430 w 947553"/>
                <a:gd name="connsiteY5" fmla="*/ 880719 h 933254"/>
                <a:gd name="connsiteX6" fmla="*/ 691963 w 947553"/>
                <a:gd name="connsiteY6" fmla="*/ 249669 h 933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7553" h="933254">
                  <a:moveTo>
                    <a:pt x="691963" y="249669"/>
                  </a:moveTo>
                  <a:cubicBezTo>
                    <a:pt x="621477" y="159286"/>
                    <a:pt x="224275" y="206968"/>
                    <a:pt x="45996" y="228114"/>
                  </a:cubicBezTo>
                  <a:cubicBezTo>
                    <a:pt x="-8325" y="234743"/>
                    <a:pt x="-16612" y="187480"/>
                    <a:pt x="32309" y="153476"/>
                  </a:cubicBezTo>
                  <a:cubicBezTo>
                    <a:pt x="348663" y="-69171"/>
                    <a:pt x="867765" y="-4906"/>
                    <a:pt x="928297" y="69723"/>
                  </a:cubicBezTo>
                  <a:cubicBezTo>
                    <a:pt x="988828" y="144770"/>
                    <a:pt x="912543" y="665111"/>
                    <a:pt x="615258" y="913476"/>
                  </a:cubicBezTo>
                  <a:cubicBezTo>
                    <a:pt x="569652" y="951614"/>
                    <a:pt x="526123" y="931297"/>
                    <a:pt x="546430" y="880719"/>
                  </a:cubicBezTo>
                  <a:cubicBezTo>
                    <a:pt x="613191" y="714041"/>
                    <a:pt x="762866" y="340471"/>
                    <a:pt x="691963" y="249669"/>
                  </a:cubicBezTo>
                </a:path>
              </a:pathLst>
            </a:custGeom>
            <a:grpFill/>
            <a:ln w="9525" cap="flat">
              <a:noFill/>
              <a:prstDash val="solid"/>
              <a:miter/>
            </a:ln>
          </p:spPr>
          <p:txBody>
            <a:bodyPr rtlCol="0" anchor="ctr"/>
            <a:lstStyle/>
            <a:p>
              <a:endParaRPr lang="en-IN"/>
            </a:p>
          </p:txBody>
        </p:sp>
      </p:grpSp>
      <p:sp>
        <p:nvSpPr>
          <p:cNvPr id="19" name="TextBox 18">
            <a:extLst>
              <a:ext uri="{FF2B5EF4-FFF2-40B4-BE49-F238E27FC236}">
                <a16:creationId xmlns:a16="http://schemas.microsoft.com/office/drawing/2014/main" id="{7DE41164-6F2F-46B8-9C09-9326C6B95B16}"/>
              </a:ext>
            </a:extLst>
          </p:cNvPr>
          <p:cNvSpPr txBox="1"/>
          <p:nvPr/>
        </p:nvSpPr>
        <p:spPr>
          <a:xfrm>
            <a:off x="2310804" y="433268"/>
            <a:ext cx="7751261" cy="828432"/>
          </a:xfrm>
          <a:prstGeom prst="rect">
            <a:avLst/>
          </a:prstGeom>
          <a:noFill/>
        </p:spPr>
        <p:txBody>
          <a:bodyPr wrap="square" rtlCol="0">
            <a:spAutoFit/>
          </a:bodyPr>
          <a:lstStyle/>
          <a:p>
            <a:pPr algn="ctr">
              <a:lnSpc>
                <a:spcPct val="130000"/>
              </a:lnSpc>
            </a:pPr>
            <a:r>
              <a:rPr lang="en-IN" sz="4000" dirty="0">
                <a:solidFill>
                  <a:schemeClr val="accent2"/>
                </a:solidFill>
                <a:latin typeface="Fira Sans Medium" panose="020B0603050000020004" pitchFamily="34" charset="0"/>
              </a:rPr>
              <a:t>Confidentiality Agreement</a:t>
            </a:r>
          </a:p>
        </p:txBody>
      </p:sp>
      <p:sp>
        <p:nvSpPr>
          <p:cNvPr id="2" name="TextBox 1">
            <a:extLst>
              <a:ext uri="{FF2B5EF4-FFF2-40B4-BE49-F238E27FC236}">
                <a16:creationId xmlns:a16="http://schemas.microsoft.com/office/drawing/2014/main" id="{2FBC349F-BB2E-5E63-71FC-D5C263B970D2}"/>
              </a:ext>
            </a:extLst>
          </p:cNvPr>
          <p:cNvSpPr txBox="1"/>
          <p:nvPr/>
        </p:nvSpPr>
        <p:spPr>
          <a:xfrm>
            <a:off x="1454233" y="4500298"/>
            <a:ext cx="9756949" cy="1569660"/>
          </a:xfrm>
          <a:prstGeom prst="rect">
            <a:avLst/>
          </a:prstGeom>
          <a:noFill/>
          <a:ln w="76200">
            <a:solidFill>
              <a:schemeClr val="accent2"/>
            </a:solidFill>
          </a:ln>
        </p:spPr>
        <p:txBody>
          <a:bodyPr wrap="square" rtlCol="0">
            <a:spAutoFit/>
          </a:bodyPr>
          <a:lstStyle/>
          <a:p>
            <a:r>
              <a:rPr lang="en-US" sz="3200" dirty="0">
                <a:latin typeface="Fira Sans" panose="020B0503050000020004" pitchFamily="34" charset="0"/>
              </a:rPr>
              <a:t>Any Amazon employee/intern is not allowed to share any data, results, graphs, business decisions, modeling details during and after employment.</a:t>
            </a:r>
          </a:p>
        </p:txBody>
      </p:sp>
      <p:sp>
        <p:nvSpPr>
          <p:cNvPr id="3" name="TextBox 2">
            <a:extLst>
              <a:ext uri="{FF2B5EF4-FFF2-40B4-BE49-F238E27FC236}">
                <a16:creationId xmlns:a16="http://schemas.microsoft.com/office/drawing/2014/main" id="{036EDF52-0B41-E896-A924-30E2726666FB}"/>
              </a:ext>
            </a:extLst>
          </p:cNvPr>
          <p:cNvSpPr txBox="1"/>
          <p:nvPr/>
        </p:nvSpPr>
        <p:spPr>
          <a:xfrm>
            <a:off x="1454233" y="3098709"/>
            <a:ext cx="9464402" cy="830997"/>
          </a:xfrm>
          <a:prstGeom prst="rect">
            <a:avLst/>
          </a:prstGeom>
          <a:noFill/>
        </p:spPr>
        <p:txBody>
          <a:bodyPr wrap="square" rtlCol="0">
            <a:spAutoFit/>
          </a:bodyPr>
          <a:lstStyle/>
          <a:p>
            <a:r>
              <a:rPr lang="en-US" sz="2400" dirty="0">
                <a:latin typeface="Fira Sans" panose="020B0503050000020004" pitchFamily="34" charset="0"/>
              </a:rPr>
              <a:t>Amazon's non-disclosure agreement (NDA) is a legally enforceable contract that protects confidential information.</a:t>
            </a:r>
          </a:p>
        </p:txBody>
      </p:sp>
    </p:spTree>
    <p:extLst>
      <p:ext uri="{BB962C8B-B14F-4D97-AF65-F5344CB8AC3E}">
        <p14:creationId xmlns:p14="http://schemas.microsoft.com/office/powerpoint/2010/main" val="461845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E978912E-E98D-4E16-B357-6E3D1D3748EC}"/>
              </a:ext>
            </a:extLst>
          </p:cNvPr>
          <p:cNvGrpSpPr/>
          <p:nvPr/>
        </p:nvGrpSpPr>
        <p:grpSpPr>
          <a:xfrm>
            <a:off x="1524356" y="763535"/>
            <a:ext cx="8441956" cy="5722564"/>
            <a:chOff x="3171644" y="636214"/>
            <a:chExt cx="8475844" cy="5745536"/>
          </a:xfrm>
        </p:grpSpPr>
        <p:grpSp>
          <p:nvGrpSpPr>
            <p:cNvPr id="87" name="Group 86">
              <a:extLst>
                <a:ext uri="{FF2B5EF4-FFF2-40B4-BE49-F238E27FC236}">
                  <a16:creationId xmlns:a16="http://schemas.microsoft.com/office/drawing/2014/main" id="{521755E0-7DF3-43AB-80A6-F0CD2E996479}"/>
                </a:ext>
              </a:extLst>
            </p:cNvPr>
            <p:cNvGrpSpPr/>
            <p:nvPr/>
          </p:nvGrpSpPr>
          <p:grpSpPr>
            <a:xfrm>
              <a:off x="3727749" y="1516538"/>
              <a:ext cx="6864142" cy="4051514"/>
              <a:chOff x="2305624" y="1377808"/>
              <a:chExt cx="7066533" cy="4170973"/>
            </a:xfrm>
          </p:grpSpPr>
          <p:cxnSp>
            <p:nvCxnSpPr>
              <p:cNvPr id="77" name="Straight Connector 76">
                <a:extLst>
                  <a:ext uri="{FF2B5EF4-FFF2-40B4-BE49-F238E27FC236}">
                    <a16:creationId xmlns:a16="http://schemas.microsoft.com/office/drawing/2014/main" id="{50ADD3EA-6E4F-46B3-8506-9694E2EBA9E0}"/>
                  </a:ext>
                </a:extLst>
              </p:cNvPr>
              <p:cNvCxnSpPr>
                <a:cxnSpLocks/>
              </p:cNvCxnSpPr>
              <p:nvPr/>
            </p:nvCxnSpPr>
            <p:spPr>
              <a:xfrm flipV="1">
                <a:off x="6362873" y="2119788"/>
                <a:ext cx="1651284" cy="1272687"/>
              </a:xfrm>
              <a:prstGeom prst="line">
                <a:avLst/>
              </a:prstGeom>
              <a:ln w="38100" cap="rnd">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42AF69C3-FB25-4F73-ADFD-AF4642B7BA65}"/>
                  </a:ext>
                </a:extLst>
              </p:cNvPr>
              <p:cNvCxnSpPr>
                <a:cxnSpLocks/>
              </p:cNvCxnSpPr>
              <p:nvPr/>
            </p:nvCxnSpPr>
            <p:spPr>
              <a:xfrm>
                <a:off x="3983422" y="2040102"/>
                <a:ext cx="2152945" cy="1392375"/>
              </a:xfrm>
              <a:prstGeom prst="line">
                <a:avLst/>
              </a:prstGeom>
              <a:ln w="38100" cap="rnd">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F6D027E6-9E31-41EB-A2D8-BEB4A843DAC3}"/>
                  </a:ext>
                </a:extLst>
              </p:cNvPr>
              <p:cNvCxnSpPr>
                <a:cxnSpLocks/>
              </p:cNvCxnSpPr>
              <p:nvPr/>
            </p:nvCxnSpPr>
            <p:spPr>
              <a:xfrm flipV="1">
                <a:off x="2305624" y="3428583"/>
                <a:ext cx="3029900" cy="12728"/>
              </a:xfrm>
              <a:prstGeom prst="line">
                <a:avLst/>
              </a:prstGeom>
              <a:ln w="38100" cap="rnd">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EAC3A2A6-5AAB-4749-B383-DDDAD7C69770}"/>
                  </a:ext>
                </a:extLst>
              </p:cNvPr>
              <p:cNvCxnSpPr>
                <a:cxnSpLocks/>
              </p:cNvCxnSpPr>
              <p:nvPr/>
            </p:nvCxnSpPr>
            <p:spPr>
              <a:xfrm flipV="1">
                <a:off x="6342257" y="3428583"/>
                <a:ext cx="3029900" cy="12728"/>
              </a:xfrm>
              <a:prstGeom prst="line">
                <a:avLst/>
              </a:prstGeom>
              <a:ln w="38100" cap="rnd">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E755E45C-3DCA-468B-B3AF-FC32A61F6C45}"/>
                  </a:ext>
                </a:extLst>
              </p:cNvPr>
              <p:cNvCxnSpPr>
                <a:cxnSpLocks/>
                <a:stCxn id="22" idx="3"/>
              </p:cNvCxnSpPr>
              <p:nvPr/>
            </p:nvCxnSpPr>
            <p:spPr>
              <a:xfrm>
                <a:off x="6035624" y="3456080"/>
                <a:ext cx="2250648" cy="1234438"/>
              </a:xfrm>
              <a:prstGeom prst="line">
                <a:avLst/>
              </a:prstGeom>
              <a:ln w="38100" cap="rnd">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F29BC1F6-9A67-4881-96EC-3CE00E8477BE}"/>
                  </a:ext>
                </a:extLst>
              </p:cNvPr>
              <p:cNvCxnSpPr>
                <a:cxnSpLocks/>
                <a:endCxn id="22" idx="7"/>
              </p:cNvCxnSpPr>
              <p:nvPr/>
            </p:nvCxnSpPr>
            <p:spPr>
              <a:xfrm flipV="1">
                <a:off x="3883144" y="3527995"/>
                <a:ext cx="2249759" cy="1162525"/>
              </a:xfrm>
              <a:prstGeom prst="line">
                <a:avLst/>
              </a:prstGeom>
              <a:ln w="38100" cap="rnd">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0B9549B2-C25A-4050-B421-03B8862378D5}"/>
                  </a:ext>
                </a:extLst>
              </p:cNvPr>
              <p:cNvCxnSpPr>
                <a:cxnSpLocks/>
              </p:cNvCxnSpPr>
              <p:nvPr/>
            </p:nvCxnSpPr>
            <p:spPr>
              <a:xfrm flipV="1">
                <a:off x="6095724" y="4190300"/>
                <a:ext cx="0" cy="1358481"/>
              </a:xfrm>
              <a:prstGeom prst="line">
                <a:avLst/>
              </a:prstGeom>
              <a:ln w="38100" cap="rnd">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D7213EAC-C231-4547-B5FE-EF1E1CC2ABAC}"/>
                  </a:ext>
                </a:extLst>
              </p:cNvPr>
              <p:cNvCxnSpPr>
                <a:cxnSpLocks/>
              </p:cNvCxnSpPr>
              <p:nvPr/>
            </p:nvCxnSpPr>
            <p:spPr>
              <a:xfrm flipV="1">
                <a:off x="6095724" y="1377808"/>
                <a:ext cx="0" cy="1358481"/>
              </a:xfrm>
              <a:prstGeom prst="line">
                <a:avLst/>
              </a:prstGeom>
              <a:ln w="38100" cap="rnd">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64" name="Group 63">
              <a:extLst>
                <a:ext uri="{FF2B5EF4-FFF2-40B4-BE49-F238E27FC236}">
                  <a16:creationId xmlns:a16="http://schemas.microsoft.com/office/drawing/2014/main" id="{D11B9823-8706-4BFB-874E-36252520BC36}"/>
                </a:ext>
              </a:extLst>
            </p:cNvPr>
            <p:cNvGrpSpPr/>
            <p:nvPr/>
          </p:nvGrpSpPr>
          <p:grpSpPr>
            <a:xfrm>
              <a:off x="6456071" y="2564739"/>
              <a:ext cx="1888486" cy="1888486"/>
              <a:chOff x="5114391" y="2456916"/>
              <a:chExt cx="1944168" cy="1944168"/>
            </a:xfrm>
          </p:grpSpPr>
          <p:sp>
            <p:nvSpPr>
              <p:cNvPr id="4" name="Oval 3">
                <a:extLst>
                  <a:ext uri="{FF2B5EF4-FFF2-40B4-BE49-F238E27FC236}">
                    <a16:creationId xmlns:a16="http://schemas.microsoft.com/office/drawing/2014/main" id="{B4B44358-551C-49D5-9275-C7285FF4F913}"/>
                  </a:ext>
                </a:extLst>
              </p:cNvPr>
              <p:cNvSpPr/>
              <p:nvPr/>
            </p:nvSpPr>
            <p:spPr>
              <a:xfrm>
                <a:off x="5114391" y="2456916"/>
                <a:ext cx="1944168" cy="1944168"/>
              </a:xfrm>
              <a:prstGeom prst="ellipse">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5" name="Group 24">
                <a:extLst>
                  <a:ext uri="{FF2B5EF4-FFF2-40B4-BE49-F238E27FC236}">
                    <a16:creationId xmlns:a16="http://schemas.microsoft.com/office/drawing/2014/main" id="{E1B52BAA-CCCA-4F67-9E5E-88FF7B2ED0B8}"/>
                  </a:ext>
                </a:extLst>
              </p:cNvPr>
              <p:cNvGrpSpPr/>
              <p:nvPr/>
            </p:nvGrpSpPr>
            <p:grpSpPr>
              <a:xfrm>
                <a:off x="5408611" y="3284649"/>
                <a:ext cx="1390652" cy="419078"/>
                <a:chOff x="5403848" y="3221147"/>
                <a:chExt cx="1390652" cy="419078"/>
              </a:xfrm>
            </p:grpSpPr>
            <p:sp>
              <p:nvSpPr>
                <p:cNvPr id="16" name="Freeform: Shape 15">
                  <a:extLst>
                    <a:ext uri="{FF2B5EF4-FFF2-40B4-BE49-F238E27FC236}">
                      <a16:creationId xmlns:a16="http://schemas.microsoft.com/office/drawing/2014/main" id="{B9141EAE-8204-4B24-ACA7-383154B4A8B2}"/>
                    </a:ext>
                  </a:extLst>
                </p:cNvPr>
                <p:cNvSpPr/>
                <p:nvPr/>
              </p:nvSpPr>
              <p:spPr>
                <a:xfrm>
                  <a:off x="5599501" y="3488524"/>
                  <a:ext cx="673040" cy="151701"/>
                </a:xfrm>
                <a:custGeom>
                  <a:avLst/>
                  <a:gdLst>
                    <a:gd name="connsiteX0" fmla="*/ 4569032 w 4609853"/>
                    <a:gd name="connsiteY0" fmla="*/ 413392 h 1039050"/>
                    <a:gd name="connsiteX1" fmla="*/ 2522490 w 4609853"/>
                    <a:gd name="connsiteY1" fmla="*/ 1039051 h 1039050"/>
                    <a:gd name="connsiteX2" fmla="*/ 22339 w 4609853"/>
                    <a:gd name="connsiteY2" fmla="*/ 85017 h 1039050"/>
                    <a:gd name="connsiteX3" fmla="*/ 79146 w 4609853"/>
                    <a:gd name="connsiteY3" fmla="*/ 10798 h 1039050"/>
                    <a:gd name="connsiteX4" fmla="*/ 2580535 w 4609853"/>
                    <a:gd name="connsiteY4" fmla="*/ 674186 h 1039050"/>
                    <a:gd name="connsiteX5" fmla="*/ 4488602 w 4609853"/>
                    <a:gd name="connsiteY5" fmla="*/ 284033 h 1039050"/>
                    <a:gd name="connsiteX6" fmla="*/ 4569032 w 4609853"/>
                    <a:gd name="connsiteY6" fmla="*/ 413392 h 103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9853" h="1039050">
                      <a:moveTo>
                        <a:pt x="4569032" y="413392"/>
                      </a:moveTo>
                      <a:cubicBezTo>
                        <a:pt x="4015524" y="821376"/>
                        <a:pt x="3213233" y="1039051"/>
                        <a:pt x="2522490" y="1039051"/>
                      </a:cubicBezTo>
                      <a:cubicBezTo>
                        <a:pt x="1553940" y="1039051"/>
                        <a:pt x="682003" y="680825"/>
                        <a:pt x="22339" y="85017"/>
                      </a:cubicBezTo>
                      <a:cubicBezTo>
                        <a:pt x="-29486" y="38164"/>
                        <a:pt x="16958" y="-25682"/>
                        <a:pt x="79146" y="10798"/>
                      </a:cubicBezTo>
                      <a:cubicBezTo>
                        <a:pt x="791045" y="425003"/>
                        <a:pt x="1671279" y="674186"/>
                        <a:pt x="2580535" y="674186"/>
                      </a:cubicBezTo>
                      <a:cubicBezTo>
                        <a:pt x="3193755" y="674186"/>
                        <a:pt x="3868334" y="547313"/>
                        <a:pt x="4488602" y="284033"/>
                      </a:cubicBezTo>
                      <a:cubicBezTo>
                        <a:pt x="4582300" y="244228"/>
                        <a:pt x="4660662" y="345393"/>
                        <a:pt x="4569032" y="413392"/>
                      </a:cubicBezTo>
                    </a:path>
                  </a:pathLst>
                </a:custGeom>
                <a:solidFill>
                  <a:schemeClr val="bg1"/>
                </a:solidFill>
                <a:ln w="9525"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5AEDFD79-E186-4825-A863-45F7F114987E}"/>
                    </a:ext>
                  </a:extLst>
                </p:cNvPr>
                <p:cNvSpPr/>
                <p:nvPr/>
              </p:nvSpPr>
              <p:spPr>
                <a:xfrm>
                  <a:off x="6199151" y="3473988"/>
                  <a:ext cx="138343" cy="136255"/>
                </a:xfrm>
                <a:custGeom>
                  <a:avLst/>
                  <a:gdLst>
                    <a:gd name="connsiteX0" fmla="*/ 691963 w 947553"/>
                    <a:gd name="connsiteY0" fmla="*/ 249669 h 933254"/>
                    <a:gd name="connsiteX1" fmla="*/ 45996 w 947553"/>
                    <a:gd name="connsiteY1" fmla="*/ 228114 h 933254"/>
                    <a:gd name="connsiteX2" fmla="*/ 32309 w 947553"/>
                    <a:gd name="connsiteY2" fmla="*/ 153476 h 933254"/>
                    <a:gd name="connsiteX3" fmla="*/ 928297 w 947553"/>
                    <a:gd name="connsiteY3" fmla="*/ 69723 h 933254"/>
                    <a:gd name="connsiteX4" fmla="*/ 615258 w 947553"/>
                    <a:gd name="connsiteY4" fmla="*/ 913476 h 933254"/>
                    <a:gd name="connsiteX5" fmla="*/ 546430 w 947553"/>
                    <a:gd name="connsiteY5" fmla="*/ 880719 h 933254"/>
                    <a:gd name="connsiteX6" fmla="*/ 691963 w 947553"/>
                    <a:gd name="connsiteY6" fmla="*/ 249669 h 933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7553" h="933254">
                      <a:moveTo>
                        <a:pt x="691963" y="249669"/>
                      </a:moveTo>
                      <a:cubicBezTo>
                        <a:pt x="621477" y="159286"/>
                        <a:pt x="224275" y="206968"/>
                        <a:pt x="45996" y="228114"/>
                      </a:cubicBezTo>
                      <a:cubicBezTo>
                        <a:pt x="-8325" y="234743"/>
                        <a:pt x="-16612" y="187480"/>
                        <a:pt x="32309" y="153476"/>
                      </a:cubicBezTo>
                      <a:cubicBezTo>
                        <a:pt x="348663" y="-69171"/>
                        <a:pt x="867765" y="-4906"/>
                        <a:pt x="928297" y="69723"/>
                      </a:cubicBezTo>
                      <a:cubicBezTo>
                        <a:pt x="988828" y="144770"/>
                        <a:pt x="912543" y="665111"/>
                        <a:pt x="615258" y="913476"/>
                      </a:cubicBezTo>
                      <a:cubicBezTo>
                        <a:pt x="569652" y="951614"/>
                        <a:pt x="526123" y="931297"/>
                        <a:pt x="546430" y="880719"/>
                      </a:cubicBezTo>
                      <a:cubicBezTo>
                        <a:pt x="613191" y="714041"/>
                        <a:pt x="762866" y="340471"/>
                        <a:pt x="691963" y="249669"/>
                      </a:cubicBezTo>
                    </a:path>
                  </a:pathLst>
                </a:custGeom>
                <a:solidFill>
                  <a:schemeClr val="bg1"/>
                </a:solidFill>
                <a:ln w="9525"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4E3339B5-D4E3-44A9-89A9-04C7B6593450}"/>
                    </a:ext>
                  </a:extLst>
                </p:cNvPr>
                <p:cNvSpPr/>
                <p:nvPr/>
              </p:nvSpPr>
              <p:spPr>
                <a:xfrm>
                  <a:off x="6199631" y="3227321"/>
                  <a:ext cx="169920" cy="231045"/>
                </a:xfrm>
                <a:custGeom>
                  <a:avLst/>
                  <a:gdLst>
                    <a:gd name="connsiteX0" fmla="*/ 55140 w 1163831"/>
                    <a:gd name="connsiteY0" fmla="*/ 271159 h 1582500"/>
                    <a:gd name="connsiteX1" fmla="*/ 55140 w 1163831"/>
                    <a:gd name="connsiteY1" fmla="*/ 54730 h 1582500"/>
                    <a:gd name="connsiteX2" fmla="*/ 109871 w 1163831"/>
                    <a:gd name="connsiteY2" fmla="*/ 0 h 1582500"/>
                    <a:gd name="connsiteX3" fmla="*/ 1078830 w 1163831"/>
                    <a:gd name="connsiteY3" fmla="*/ 0 h 1582500"/>
                    <a:gd name="connsiteX4" fmla="*/ 1134809 w 1163831"/>
                    <a:gd name="connsiteY4" fmla="*/ 54730 h 1582500"/>
                    <a:gd name="connsiteX5" fmla="*/ 1134809 w 1163831"/>
                    <a:gd name="connsiteY5" fmla="*/ 240063 h 1582500"/>
                    <a:gd name="connsiteX6" fmla="*/ 1061838 w 1163831"/>
                    <a:gd name="connsiteY6" fmla="*/ 376057 h 1582500"/>
                    <a:gd name="connsiteX7" fmla="*/ 559737 w 1163831"/>
                    <a:gd name="connsiteY7" fmla="*/ 1092935 h 1582500"/>
                    <a:gd name="connsiteX8" fmla="*/ 1112415 w 1163831"/>
                    <a:gd name="connsiteY8" fmla="*/ 1211511 h 1582500"/>
                    <a:gd name="connsiteX9" fmla="*/ 1163831 w 1163831"/>
                    <a:gd name="connsiteY9" fmla="*/ 1295674 h 1582500"/>
                    <a:gd name="connsiteX10" fmla="*/ 1163831 w 1163831"/>
                    <a:gd name="connsiteY10" fmla="*/ 1526617 h 1582500"/>
                    <a:gd name="connsiteX11" fmla="*/ 1092518 w 1163831"/>
                    <a:gd name="connsiteY11" fmla="*/ 1575957 h 1582500"/>
                    <a:gd name="connsiteX12" fmla="*/ 68828 w 1163831"/>
                    <a:gd name="connsiteY12" fmla="*/ 1577614 h 1582500"/>
                    <a:gd name="connsiteX13" fmla="*/ 0 w 1163831"/>
                    <a:gd name="connsiteY13" fmla="*/ 1527865 h 1582500"/>
                    <a:gd name="connsiteX14" fmla="*/ 0 w 1163831"/>
                    <a:gd name="connsiteY14" fmla="*/ 1308533 h 1582500"/>
                    <a:gd name="connsiteX15" fmla="*/ 35652 w 1163831"/>
                    <a:gd name="connsiteY15" fmla="*/ 1159686 h 1582500"/>
                    <a:gd name="connsiteX16" fmla="*/ 617363 w 1163831"/>
                    <a:gd name="connsiteY16" fmla="*/ 325475 h 1582500"/>
                    <a:gd name="connsiteX17" fmla="*/ 111119 w 1163831"/>
                    <a:gd name="connsiteY17" fmla="*/ 325475 h 1582500"/>
                    <a:gd name="connsiteX18" fmla="*/ 55140 w 1163831"/>
                    <a:gd name="connsiteY18" fmla="*/ 271159 h 158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63831" h="1582500">
                      <a:moveTo>
                        <a:pt x="55140" y="271159"/>
                      </a:moveTo>
                      <a:lnTo>
                        <a:pt x="55140" y="54730"/>
                      </a:lnTo>
                      <a:cubicBezTo>
                        <a:pt x="55140" y="21975"/>
                        <a:pt x="80020" y="0"/>
                        <a:pt x="109871" y="0"/>
                      </a:cubicBezTo>
                      <a:lnTo>
                        <a:pt x="1078830" y="0"/>
                      </a:lnTo>
                      <a:cubicBezTo>
                        <a:pt x="1109929" y="0"/>
                        <a:pt x="1134809" y="22389"/>
                        <a:pt x="1134809" y="54730"/>
                      </a:cubicBezTo>
                      <a:lnTo>
                        <a:pt x="1134809" y="240063"/>
                      </a:lnTo>
                      <a:cubicBezTo>
                        <a:pt x="1134390" y="271159"/>
                        <a:pt x="1108272" y="311792"/>
                        <a:pt x="1061838" y="376057"/>
                      </a:cubicBezTo>
                      <a:lnTo>
                        <a:pt x="559737" y="1092935"/>
                      </a:lnTo>
                      <a:cubicBezTo>
                        <a:pt x="746313" y="1088372"/>
                        <a:pt x="943251" y="1116147"/>
                        <a:pt x="1112415" y="1211511"/>
                      </a:cubicBezTo>
                      <a:cubicBezTo>
                        <a:pt x="1150563" y="1233076"/>
                        <a:pt x="1160926" y="1264585"/>
                        <a:pt x="1163831" y="1295674"/>
                      </a:cubicBezTo>
                      <a:lnTo>
                        <a:pt x="1163831" y="1526617"/>
                      </a:lnTo>
                      <a:cubicBezTo>
                        <a:pt x="1163831" y="1558136"/>
                        <a:pt x="1128999" y="1595035"/>
                        <a:pt x="1092518" y="1575957"/>
                      </a:cubicBezTo>
                      <a:cubicBezTo>
                        <a:pt x="794404" y="1419652"/>
                        <a:pt x="398450" y="1402649"/>
                        <a:pt x="68828" y="1577614"/>
                      </a:cubicBezTo>
                      <a:cubicBezTo>
                        <a:pt x="35243" y="1595864"/>
                        <a:pt x="0" y="1559374"/>
                        <a:pt x="0" y="1527865"/>
                      </a:cubicBezTo>
                      <a:lnTo>
                        <a:pt x="0" y="1308533"/>
                      </a:lnTo>
                      <a:cubicBezTo>
                        <a:pt x="0" y="1273290"/>
                        <a:pt x="410" y="1213169"/>
                        <a:pt x="35652" y="1159686"/>
                      </a:cubicBezTo>
                      <a:lnTo>
                        <a:pt x="617363" y="325475"/>
                      </a:lnTo>
                      <a:lnTo>
                        <a:pt x="111119" y="325475"/>
                      </a:lnTo>
                      <a:cubicBezTo>
                        <a:pt x="80020" y="325475"/>
                        <a:pt x="55140" y="303500"/>
                        <a:pt x="55140" y="271159"/>
                      </a:cubicBezTo>
                    </a:path>
                  </a:pathLst>
                </a:custGeom>
                <a:solidFill>
                  <a:schemeClr val="bg1"/>
                </a:solidFill>
                <a:ln w="9525"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2E7C7C09-CA08-45EF-A4AE-49F90B2A01C0}"/>
                    </a:ext>
                  </a:extLst>
                </p:cNvPr>
                <p:cNvSpPr/>
                <p:nvPr/>
              </p:nvSpPr>
              <p:spPr>
                <a:xfrm>
                  <a:off x="5640900" y="3223266"/>
                  <a:ext cx="289890" cy="240806"/>
                </a:xfrm>
                <a:custGeom>
                  <a:avLst/>
                  <a:gdLst>
                    <a:gd name="connsiteX0" fmla="*/ 347453 w 1985548"/>
                    <a:gd name="connsiteY0" fmla="*/ 1649351 h 1649351"/>
                    <a:gd name="connsiteX1" fmla="*/ 52654 w 1985548"/>
                    <a:gd name="connsiteY1" fmla="*/ 1649351 h 1649351"/>
                    <a:gd name="connsiteX2" fmla="*/ 0 w 1985548"/>
                    <a:gd name="connsiteY2" fmla="*/ 1599174 h 1649351"/>
                    <a:gd name="connsiteX3" fmla="*/ 0 w 1985548"/>
                    <a:gd name="connsiteY3" fmla="*/ 86241 h 1649351"/>
                    <a:gd name="connsiteX4" fmla="*/ 56798 w 1985548"/>
                    <a:gd name="connsiteY4" fmla="*/ 31926 h 1649351"/>
                    <a:gd name="connsiteX5" fmla="*/ 331689 w 1985548"/>
                    <a:gd name="connsiteY5" fmla="*/ 31926 h 1649351"/>
                    <a:gd name="connsiteX6" fmla="*/ 385181 w 1985548"/>
                    <a:gd name="connsiteY6" fmla="*/ 82509 h 1649351"/>
                    <a:gd name="connsiteX7" fmla="*/ 385181 w 1985548"/>
                    <a:gd name="connsiteY7" fmla="*/ 280281 h 1649351"/>
                    <a:gd name="connsiteX8" fmla="*/ 390573 w 1985548"/>
                    <a:gd name="connsiteY8" fmla="*/ 280281 h 1649351"/>
                    <a:gd name="connsiteX9" fmla="*/ 778650 w 1985548"/>
                    <a:gd name="connsiteY9" fmla="*/ 0 h 1649351"/>
                    <a:gd name="connsiteX10" fmla="*/ 1161345 w 1985548"/>
                    <a:gd name="connsiteY10" fmla="*/ 280281 h 1649351"/>
                    <a:gd name="connsiteX11" fmla="*/ 1568501 w 1985548"/>
                    <a:gd name="connsiteY11" fmla="*/ 0 h 1649351"/>
                    <a:gd name="connsiteX12" fmla="*/ 1909724 w 1985548"/>
                    <a:gd name="connsiteY12" fmla="*/ 165433 h 1649351"/>
                    <a:gd name="connsiteX13" fmla="*/ 1983943 w 1985548"/>
                    <a:gd name="connsiteY13" fmla="*/ 639755 h 1649351"/>
                    <a:gd name="connsiteX14" fmla="*/ 1983524 w 1985548"/>
                    <a:gd name="connsiteY14" fmla="*/ 1594621 h 1649351"/>
                    <a:gd name="connsiteX15" fmla="*/ 1926727 w 1985548"/>
                    <a:gd name="connsiteY15" fmla="*/ 1649351 h 1649351"/>
                    <a:gd name="connsiteX16" fmla="*/ 1632347 w 1985548"/>
                    <a:gd name="connsiteY16" fmla="*/ 1649351 h 1649351"/>
                    <a:gd name="connsiteX17" fmla="*/ 1579274 w 1985548"/>
                    <a:gd name="connsiteY17" fmla="*/ 1594621 h 1649351"/>
                    <a:gd name="connsiteX18" fmla="*/ 1579274 w 1985548"/>
                    <a:gd name="connsiteY18" fmla="*/ 792748 h 1649351"/>
                    <a:gd name="connsiteX19" fmla="*/ 1570987 w 1985548"/>
                    <a:gd name="connsiteY19" fmla="*/ 509150 h 1649351"/>
                    <a:gd name="connsiteX20" fmla="*/ 1397670 w 1985548"/>
                    <a:gd name="connsiteY20" fmla="*/ 378960 h 1649351"/>
                    <a:gd name="connsiteX21" fmla="*/ 1221457 w 1985548"/>
                    <a:gd name="connsiteY21" fmla="*/ 502931 h 1649351"/>
                    <a:gd name="connsiteX22" fmla="*/ 1194102 w 1985548"/>
                    <a:gd name="connsiteY22" fmla="*/ 792748 h 1649351"/>
                    <a:gd name="connsiteX23" fmla="*/ 1194102 w 1985548"/>
                    <a:gd name="connsiteY23" fmla="*/ 1594621 h 1649351"/>
                    <a:gd name="connsiteX24" fmla="*/ 1137295 w 1985548"/>
                    <a:gd name="connsiteY24" fmla="*/ 1649351 h 1649351"/>
                    <a:gd name="connsiteX25" fmla="*/ 842915 w 1985548"/>
                    <a:gd name="connsiteY25" fmla="*/ 1649351 h 1649351"/>
                    <a:gd name="connsiteX26" fmla="*/ 789842 w 1985548"/>
                    <a:gd name="connsiteY26" fmla="*/ 1594621 h 1649351"/>
                    <a:gd name="connsiteX27" fmla="*/ 789432 w 1985548"/>
                    <a:gd name="connsiteY27" fmla="*/ 792748 h 1649351"/>
                    <a:gd name="connsiteX28" fmla="*/ 607828 w 1985548"/>
                    <a:gd name="connsiteY28" fmla="*/ 375643 h 1649351"/>
                    <a:gd name="connsiteX29" fmla="*/ 404250 w 1985548"/>
                    <a:gd name="connsiteY29" fmla="*/ 792748 h 1649351"/>
                    <a:gd name="connsiteX30" fmla="*/ 404250 w 1985548"/>
                    <a:gd name="connsiteY30" fmla="*/ 1594621 h 1649351"/>
                    <a:gd name="connsiteX31" fmla="*/ 347453 w 1985548"/>
                    <a:gd name="connsiteY31" fmla="*/ 1649351 h 16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985548" h="1649351">
                      <a:moveTo>
                        <a:pt x="347453" y="1649351"/>
                      </a:moveTo>
                      <a:lnTo>
                        <a:pt x="52654" y="1649351"/>
                      </a:lnTo>
                      <a:cubicBezTo>
                        <a:pt x="24460" y="1647275"/>
                        <a:pt x="2076" y="1626130"/>
                        <a:pt x="0" y="1599174"/>
                      </a:cubicBezTo>
                      <a:lnTo>
                        <a:pt x="0" y="86241"/>
                      </a:lnTo>
                      <a:cubicBezTo>
                        <a:pt x="0" y="55974"/>
                        <a:pt x="25289" y="31926"/>
                        <a:pt x="56798" y="31926"/>
                      </a:cubicBezTo>
                      <a:lnTo>
                        <a:pt x="331689" y="31926"/>
                      </a:lnTo>
                      <a:cubicBezTo>
                        <a:pt x="360302" y="33169"/>
                        <a:pt x="383105" y="55144"/>
                        <a:pt x="385181" y="82509"/>
                      </a:cubicBezTo>
                      <a:lnTo>
                        <a:pt x="385181" y="280281"/>
                      </a:lnTo>
                      <a:lnTo>
                        <a:pt x="390573" y="280281"/>
                      </a:lnTo>
                      <a:cubicBezTo>
                        <a:pt x="462296" y="89143"/>
                        <a:pt x="597046" y="0"/>
                        <a:pt x="778650" y="0"/>
                      </a:cubicBezTo>
                      <a:cubicBezTo>
                        <a:pt x="963158" y="0"/>
                        <a:pt x="1078421" y="89143"/>
                        <a:pt x="1161345" y="280281"/>
                      </a:cubicBezTo>
                      <a:cubicBezTo>
                        <a:pt x="1232659" y="89143"/>
                        <a:pt x="1394775" y="0"/>
                        <a:pt x="1568501" y="0"/>
                      </a:cubicBezTo>
                      <a:cubicBezTo>
                        <a:pt x="1692050" y="0"/>
                        <a:pt x="1827219" y="50998"/>
                        <a:pt x="1909724" y="165433"/>
                      </a:cubicBezTo>
                      <a:cubicBezTo>
                        <a:pt x="2003012" y="292720"/>
                        <a:pt x="1983943" y="477639"/>
                        <a:pt x="1983943" y="639755"/>
                      </a:cubicBezTo>
                      <a:lnTo>
                        <a:pt x="1983524" y="1594621"/>
                      </a:lnTo>
                      <a:cubicBezTo>
                        <a:pt x="1983524" y="1624882"/>
                        <a:pt x="1958235" y="1649351"/>
                        <a:pt x="1926727" y="1649351"/>
                      </a:cubicBezTo>
                      <a:lnTo>
                        <a:pt x="1632347" y="1649351"/>
                      </a:lnTo>
                      <a:cubicBezTo>
                        <a:pt x="1602915" y="1647275"/>
                        <a:pt x="1579274" y="1623643"/>
                        <a:pt x="1579274" y="1594621"/>
                      </a:cubicBezTo>
                      <a:lnTo>
                        <a:pt x="1579274" y="792748"/>
                      </a:lnTo>
                      <a:cubicBezTo>
                        <a:pt x="1579274" y="728897"/>
                        <a:pt x="1585084" y="569684"/>
                        <a:pt x="1570987" y="509150"/>
                      </a:cubicBezTo>
                      <a:cubicBezTo>
                        <a:pt x="1549013" y="407569"/>
                        <a:pt x="1483090" y="378960"/>
                        <a:pt x="1397670" y="378960"/>
                      </a:cubicBezTo>
                      <a:cubicBezTo>
                        <a:pt x="1326356" y="378960"/>
                        <a:pt x="1251728" y="426641"/>
                        <a:pt x="1221457" y="502931"/>
                      </a:cubicBezTo>
                      <a:cubicBezTo>
                        <a:pt x="1191197" y="579221"/>
                        <a:pt x="1194102" y="706922"/>
                        <a:pt x="1194102" y="792748"/>
                      </a:cubicBezTo>
                      <a:lnTo>
                        <a:pt x="1194102" y="1594621"/>
                      </a:lnTo>
                      <a:cubicBezTo>
                        <a:pt x="1194102" y="1624882"/>
                        <a:pt x="1168803" y="1649351"/>
                        <a:pt x="1137295" y="1649351"/>
                      </a:cubicBezTo>
                      <a:lnTo>
                        <a:pt x="842915" y="1649351"/>
                      </a:lnTo>
                      <a:cubicBezTo>
                        <a:pt x="813064" y="1647275"/>
                        <a:pt x="789842" y="1623643"/>
                        <a:pt x="789842" y="1594621"/>
                      </a:cubicBezTo>
                      <a:lnTo>
                        <a:pt x="789432" y="792748"/>
                      </a:lnTo>
                      <a:cubicBezTo>
                        <a:pt x="789432" y="623999"/>
                        <a:pt x="817207" y="375643"/>
                        <a:pt x="607828" y="375643"/>
                      </a:cubicBezTo>
                      <a:cubicBezTo>
                        <a:pt x="395964" y="375643"/>
                        <a:pt x="404250" y="617780"/>
                        <a:pt x="404250" y="792748"/>
                      </a:cubicBezTo>
                      <a:lnTo>
                        <a:pt x="404250" y="1594621"/>
                      </a:lnTo>
                      <a:cubicBezTo>
                        <a:pt x="404250" y="1624882"/>
                        <a:pt x="378962" y="1649351"/>
                        <a:pt x="347453" y="1649351"/>
                      </a:cubicBezTo>
                    </a:path>
                  </a:pathLst>
                </a:custGeom>
                <a:solidFill>
                  <a:schemeClr val="bg1"/>
                </a:solidFill>
                <a:ln w="9525"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777B6744-21E5-41AC-8EC5-3D19511B590B}"/>
                    </a:ext>
                  </a:extLst>
                </p:cNvPr>
                <p:cNvSpPr/>
                <p:nvPr/>
              </p:nvSpPr>
              <p:spPr>
                <a:xfrm>
                  <a:off x="6390253" y="3223266"/>
                  <a:ext cx="195284" cy="245406"/>
                </a:xfrm>
                <a:custGeom>
                  <a:avLst/>
                  <a:gdLst>
                    <a:gd name="connsiteX0" fmla="*/ 663388 w 1337557"/>
                    <a:gd name="connsiteY0" fmla="*/ 0 h 1680860"/>
                    <a:gd name="connsiteX1" fmla="*/ 1337558 w 1337557"/>
                    <a:gd name="connsiteY1" fmla="*/ 853282 h 1680860"/>
                    <a:gd name="connsiteX2" fmla="*/ 663388 w 1337557"/>
                    <a:gd name="connsiteY2" fmla="*/ 1680860 h 1680860"/>
                    <a:gd name="connsiteX3" fmla="*/ 0 w 1337557"/>
                    <a:gd name="connsiteY3" fmla="*/ 837112 h 1680860"/>
                    <a:gd name="connsiteX4" fmla="*/ 663388 w 1337557"/>
                    <a:gd name="connsiteY4" fmla="*/ 0 h 1680860"/>
                    <a:gd name="connsiteX5" fmla="*/ 665874 w 1337557"/>
                    <a:gd name="connsiteY5" fmla="*/ 308890 h 1680860"/>
                    <a:gd name="connsiteX6" fmla="*/ 434931 w 1337557"/>
                    <a:gd name="connsiteY6" fmla="*/ 789432 h 1680860"/>
                    <a:gd name="connsiteX7" fmla="*/ 663388 w 1337557"/>
                    <a:gd name="connsiteY7" fmla="*/ 1369069 h 1680860"/>
                    <a:gd name="connsiteX8" fmla="*/ 902618 w 1337557"/>
                    <a:gd name="connsiteY8" fmla="*/ 856599 h 1680860"/>
                    <a:gd name="connsiteX9" fmla="*/ 858670 w 1337557"/>
                    <a:gd name="connsiteY9" fmla="*/ 455250 h 1680860"/>
                    <a:gd name="connsiteX10" fmla="*/ 665874 w 1337557"/>
                    <a:gd name="connsiteY10" fmla="*/ 308890 h 168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7557" h="1680860">
                      <a:moveTo>
                        <a:pt x="663388" y="0"/>
                      </a:moveTo>
                      <a:cubicBezTo>
                        <a:pt x="1100804" y="0"/>
                        <a:pt x="1337558" y="375643"/>
                        <a:pt x="1337558" y="853282"/>
                      </a:cubicBezTo>
                      <a:cubicBezTo>
                        <a:pt x="1337558" y="1314748"/>
                        <a:pt x="1075935" y="1680860"/>
                        <a:pt x="663388" y="1680860"/>
                      </a:cubicBezTo>
                      <a:cubicBezTo>
                        <a:pt x="233839" y="1680860"/>
                        <a:pt x="0" y="1305213"/>
                        <a:pt x="0" y="837112"/>
                      </a:cubicBezTo>
                      <a:cubicBezTo>
                        <a:pt x="0" y="366107"/>
                        <a:pt x="236744" y="0"/>
                        <a:pt x="663388" y="0"/>
                      </a:cubicBezTo>
                      <a:moveTo>
                        <a:pt x="665874" y="308890"/>
                      </a:moveTo>
                      <a:cubicBezTo>
                        <a:pt x="448618" y="308890"/>
                        <a:pt x="434931" y="604927"/>
                        <a:pt x="434931" y="789432"/>
                      </a:cubicBezTo>
                      <a:cubicBezTo>
                        <a:pt x="434931" y="974353"/>
                        <a:pt x="432035" y="1369069"/>
                        <a:pt x="663388" y="1369069"/>
                      </a:cubicBezTo>
                      <a:cubicBezTo>
                        <a:pt x="891845" y="1369069"/>
                        <a:pt x="902618" y="1050639"/>
                        <a:pt x="902618" y="856599"/>
                      </a:cubicBezTo>
                      <a:cubicBezTo>
                        <a:pt x="902618" y="728897"/>
                        <a:pt x="897227" y="576318"/>
                        <a:pt x="858670" y="455250"/>
                      </a:cubicBezTo>
                      <a:cubicBezTo>
                        <a:pt x="825504" y="349938"/>
                        <a:pt x="759581" y="308890"/>
                        <a:pt x="665874" y="308890"/>
                      </a:cubicBezTo>
                    </a:path>
                  </a:pathLst>
                </a:custGeom>
                <a:solidFill>
                  <a:schemeClr val="bg1"/>
                </a:solidFill>
                <a:ln w="9525"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5A2CCE3B-A13E-42EB-BAA0-8F5EE9726C7B}"/>
                    </a:ext>
                  </a:extLst>
                </p:cNvPr>
                <p:cNvSpPr/>
                <p:nvPr/>
              </p:nvSpPr>
              <p:spPr>
                <a:xfrm>
                  <a:off x="6617680" y="3223266"/>
                  <a:ext cx="176820" cy="240806"/>
                </a:xfrm>
                <a:custGeom>
                  <a:avLst/>
                  <a:gdLst>
                    <a:gd name="connsiteX0" fmla="*/ 347033 w 1211094"/>
                    <a:gd name="connsiteY0" fmla="*/ 1649351 h 1649351"/>
                    <a:gd name="connsiteX1" fmla="*/ 53483 w 1211094"/>
                    <a:gd name="connsiteY1" fmla="*/ 1649351 h 1649351"/>
                    <a:gd name="connsiteX2" fmla="*/ 409 w 1211094"/>
                    <a:gd name="connsiteY2" fmla="*/ 1594621 h 1649351"/>
                    <a:gd name="connsiteX3" fmla="*/ 0 w 1211094"/>
                    <a:gd name="connsiteY3" fmla="*/ 81265 h 1649351"/>
                    <a:gd name="connsiteX4" fmla="*/ 56798 w 1211094"/>
                    <a:gd name="connsiteY4" fmla="*/ 31926 h 1649351"/>
                    <a:gd name="connsiteX5" fmla="*/ 330032 w 1211094"/>
                    <a:gd name="connsiteY5" fmla="*/ 31926 h 1649351"/>
                    <a:gd name="connsiteX6" fmla="*/ 382686 w 1211094"/>
                    <a:gd name="connsiteY6" fmla="*/ 74217 h 1649351"/>
                    <a:gd name="connsiteX7" fmla="*/ 382686 w 1211094"/>
                    <a:gd name="connsiteY7" fmla="*/ 305573 h 1649351"/>
                    <a:gd name="connsiteX8" fmla="*/ 388077 w 1211094"/>
                    <a:gd name="connsiteY8" fmla="*/ 305573 h 1649351"/>
                    <a:gd name="connsiteX9" fmla="*/ 789841 w 1211094"/>
                    <a:gd name="connsiteY9" fmla="*/ 0 h 1649351"/>
                    <a:gd name="connsiteX10" fmla="*/ 1133980 w 1211094"/>
                    <a:gd name="connsiteY10" fmla="*/ 178286 h 1649351"/>
                    <a:gd name="connsiteX11" fmla="*/ 1211094 w 1211094"/>
                    <a:gd name="connsiteY11" fmla="*/ 649290 h 1649351"/>
                    <a:gd name="connsiteX12" fmla="*/ 1211094 w 1211094"/>
                    <a:gd name="connsiteY12" fmla="*/ 1601669 h 1649351"/>
                    <a:gd name="connsiteX13" fmla="*/ 1154287 w 1211094"/>
                    <a:gd name="connsiteY13" fmla="*/ 1649351 h 1649351"/>
                    <a:gd name="connsiteX14" fmla="*/ 858669 w 1211094"/>
                    <a:gd name="connsiteY14" fmla="*/ 1649351 h 1649351"/>
                    <a:gd name="connsiteX15" fmla="*/ 806425 w 1211094"/>
                    <a:gd name="connsiteY15" fmla="*/ 1601669 h 1649351"/>
                    <a:gd name="connsiteX16" fmla="*/ 806425 w 1211094"/>
                    <a:gd name="connsiteY16" fmla="*/ 779895 h 1649351"/>
                    <a:gd name="connsiteX17" fmla="*/ 621925 w 1211094"/>
                    <a:gd name="connsiteY17" fmla="*/ 372326 h 1649351"/>
                    <a:gd name="connsiteX18" fmla="*/ 451514 w 1211094"/>
                    <a:gd name="connsiteY18" fmla="*/ 493395 h 1649351"/>
                    <a:gd name="connsiteX19" fmla="*/ 404660 w 1211094"/>
                    <a:gd name="connsiteY19" fmla="*/ 779895 h 1649351"/>
                    <a:gd name="connsiteX20" fmla="*/ 404660 w 1211094"/>
                    <a:gd name="connsiteY20" fmla="*/ 1594621 h 1649351"/>
                    <a:gd name="connsiteX21" fmla="*/ 347033 w 1211094"/>
                    <a:gd name="connsiteY21" fmla="*/ 1649351 h 16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11094" h="1649351">
                      <a:moveTo>
                        <a:pt x="347033" y="1649351"/>
                      </a:moveTo>
                      <a:lnTo>
                        <a:pt x="53483" y="1649351"/>
                      </a:lnTo>
                      <a:cubicBezTo>
                        <a:pt x="24041" y="1647275"/>
                        <a:pt x="409" y="1623643"/>
                        <a:pt x="409" y="1594621"/>
                      </a:cubicBezTo>
                      <a:lnTo>
                        <a:pt x="0" y="81265"/>
                      </a:lnTo>
                      <a:cubicBezTo>
                        <a:pt x="2486" y="53486"/>
                        <a:pt x="26946" y="31926"/>
                        <a:pt x="56798" y="31926"/>
                      </a:cubicBezTo>
                      <a:lnTo>
                        <a:pt x="330032" y="31926"/>
                      </a:lnTo>
                      <a:cubicBezTo>
                        <a:pt x="355739" y="33169"/>
                        <a:pt x="376885" y="50583"/>
                        <a:pt x="382686" y="74217"/>
                      </a:cubicBezTo>
                      <a:lnTo>
                        <a:pt x="382686" y="305573"/>
                      </a:lnTo>
                      <a:lnTo>
                        <a:pt x="388077" y="305573"/>
                      </a:lnTo>
                      <a:cubicBezTo>
                        <a:pt x="470592" y="98679"/>
                        <a:pt x="586264" y="0"/>
                        <a:pt x="789841" y="0"/>
                      </a:cubicBezTo>
                      <a:cubicBezTo>
                        <a:pt x="922105" y="0"/>
                        <a:pt x="1051055" y="47681"/>
                        <a:pt x="1133980" y="178286"/>
                      </a:cubicBezTo>
                      <a:cubicBezTo>
                        <a:pt x="1211094" y="299353"/>
                        <a:pt x="1211094" y="502931"/>
                        <a:pt x="1211094" y="649290"/>
                      </a:cubicBezTo>
                      <a:lnTo>
                        <a:pt x="1211094" y="1601669"/>
                      </a:lnTo>
                      <a:cubicBezTo>
                        <a:pt x="1207779" y="1628206"/>
                        <a:pt x="1183319" y="1649351"/>
                        <a:pt x="1154287" y="1649351"/>
                      </a:cubicBezTo>
                      <a:lnTo>
                        <a:pt x="858669" y="1649351"/>
                      </a:lnTo>
                      <a:cubicBezTo>
                        <a:pt x="831723" y="1647275"/>
                        <a:pt x="809330" y="1627377"/>
                        <a:pt x="806425" y="1601669"/>
                      </a:cubicBezTo>
                      <a:lnTo>
                        <a:pt x="806425" y="779895"/>
                      </a:lnTo>
                      <a:cubicBezTo>
                        <a:pt x="806425" y="614463"/>
                        <a:pt x="825503" y="372326"/>
                        <a:pt x="621925" y="372326"/>
                      </a:cubicBezTo>
                      <a:cubicBezTo>
                        <a:pt x="550193" y="372326"/>
                        <a:pt x="484270" y="420422"/>
                        <a:pt x="451514" y="493395"/>
                      </a:cubicBezTo>
                      <a:cubicBezTo>
                        <a:pt x="410051" y="585855"/>
                        <a:pt x="404660" y="677899"/>
                        <a:pt x="404660" y="779895"/>
                      </a:cubicBezTo>
                      <a:lnTo>
                        <a:pt x="404660" y="1594621"/>
                      </a:lnTo>
                      <a:cubicBezTo>
                        <a:pt x="404250" y="1624882"/>
                        <a:pt x="378543" y="1649351"/>
                        <a:pt x="347033" y="1649351"/>
                      </a:cubicBezTo>
                    </a:path>
                  </a:pathLst>
                </a:custGeom>
                <a:solidFill>
                  <a:schemeClr val="bg1"/>
                </a:solidFill>
                <a:ln w="9525"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7065F0CD-2381-46D2-ABA5-563D7AFC9217}"/>
                    </a:ext>
                  </a:extLst>
                </p:cNvPr>
                <p:cNvSpPr/>
                <p:nvPr/>
              </p:nvSpPr>
              <p:spPr>
                <a:xfrm>
                  <a:off x="5968087" y="3221147"/>
                  <a:ext cx="205705" cy="245950"/>
                </a:xfrm>
                <a:custGeom>
                  <a:avLst/>
                  <a:gdLst>
                    <a:gd name="connsiteX0" fmla="*/ 868623 w 1408938"/>
                    <a:gd name="connsiteY0" fmla="*/ 941181 h 1684589"/>
                    <a:gd name="connsiteX1" fmla="*/ 813483 w 1408938"/>
                    <a:gd name="connsiteY1" fmla="*/ 1253802 h 1684589"/>
                    <a:gd name="connsiteX2" fmla="*/ 609486 w 1408938"/>
                    <a:gd name="connsiteY2" fmla="*/ 1387724 h 1684589"/>
                    <a:gd name="connsiteX3" fmla="*/ 429959 w 1408938"/>
                    <a:gd name="connsiteY3" fmla="*/ 1174192 h 1684589"/>
                    <a:gd name="connsiteX4" fmla="*/ 868623 w 1408938"/>
                    <a:gd name="connsiteY4" fmla="*/ 877330 h 1684589"/>
                    <a:gd name="connsiteX5" fmla="*/ 868623 w 1408938"/>
                    <a:gd name="connsiteY5" fmla="*/ 941181 h 1684589"/>
                    <a:gd name="connsiteX6" fmla="*/ 1165908 w 1408938"/>
                    <a:gd name="connsiteY6" fmla="*/ 1659710 h 1684589"/>
                    <a:gd name="connsiteX7" fmla="*/ 1096251 w 1408938"/>
                    <a:gd name="connsiteY7" fmla="*/ 1666759 h 1684589"/>
                    <a:gd name="connsiteX8" fmla="*/ 927087 w 1408938"/>
                    <a:gd name="connsiteY8" fmla="*/ 1470229 h 1684589"/>
                    <a:gd name="connsiteX9" fmla="*/ 441150 w 1408938"/>
                    <a:gd name="connsiteY9" fmla="*/ 1684590 h 1684589"/>
                    <a:gd name="connsiteX10" fmla="*/ 0 w 1408938"/>
                    <a:gd name="connsiteY10" fmla="*/ 1225199 h 1684589"/>
                    <a:gd name="connsiteX11" fmla="*/ 314277 w 1408938"/>
                    <a:gd name="connsiteY11" fmla="*/ 743409 h 1684589"/>
                    <a:gd name="connsiteX12" fmla="*/ 868623 w 1408938"/>
                    <a:gd name="connsiteY12" fmla="*/ 640998 h 1684589"/>
                    <a:gd name="connsiteX13" fmla="*/ 868623 w 1408938"/>
                    <a:gd name="connsiteY13" fmla="*/ 602853 h 1684589"/>
                    <a:gd name="connsiteX14" fmla="*/ 832552 w 1408938"/>
                    <a:gd name="connsiteY14" fmla="*/ 389326 h 1684589"/>
                    <a:gd name="connsiteX15" fmla="*/ 667122 w 1408938"/>
                    <a:gd name="connsiteY15" fmla="*/ 312622 h 1684589"/>
                    <a:gd name="connsiteX16" fmla="*/ 430378 w 1408938"/>
                    <a:gd name="connsiteY16" fmla="*/ 489663 h 1684589"/>
                    <a:gd name="connsiteX17" fmla="*/ 378962 w 1408938"/>
                    <a:gd name="connsiteY17" fmla="*/ 543563 h 1684589"/>
                    <a:gd name="connsiteX18" fmla="*/ 93288 w 1408938"/>
                    <a:gd name="connsiteY18" fmla="*/ 512881 h 1684589"/>
                    <a:gd name="connsiteX19" fmla="*/ 49339 w 1408938"/>
                    <a:gd name="connsiteY19" fmla="*/ 451104 h 1684589"/>
                    <a:gd name="connsiteX20" fmla="*/ 708584 w 1408938"/>
                    <a:gd name="connsiteY20" fmla="*/ 0 h 1684589"/>
                    <a:gd name="connsiteX21" fmla="*/ 1152640 w 1408938"/>
                    <a:gd name="connsiteY21" fmla="*/ 146774 h 1684589"/>
                    <a:gd name="connsiteX22" fmla="*/ 1282408 w 1408938"/>
                    <a:gd name="connsiteY22" fmla="*/ 653851 h 1684589"/>
                    <a:gd name="connsiteX23" fmla="*/ 1282408 w 1408938"/>
                    <a:gd name="connsiteY23" fmla="*/ 1113251 h 1684589"/>
                    <a:gd name="connsiteX24" fmla="*/ 1393527 w 1408938"/>
                    <a:gd name="connsiteY24" fmla="*/ 1386476 h 1684589"/>
                    <a:gd name="connsiteX25" fmla="*/ 1392288 w 1408938"/>
                    <a:gd name="connsiteY25" fmla="*/ 1464838 h 1684589"/>
                    <a:gd name="connsiteX26" fmla="*/ 1166317 w 1408938"/>
                    <a:gd name="connsiteY26" fmla="*/ 1660539 h 1684589"/>
                    <a:gd name="connsiteX27" fmla="*/ 1165908 w 1408938"/>
                    <a:gd name="connsiteY27" fmla="*/ 1659710 h 1684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408938" h="1684589">
                      <a:moveTo>
                        <a:pt x="868623" y="941181"/>
                      </a:moveTo>
                      <a:cubicBezTo>
                        <a:pt x="868623" y="1056025"/>
                        <a:pt x="871528" y="1151809"/>
                        <a:pt x="813483" y="1253802"/>
                      </a:cubicBezTo>
                      <a:cubicBezTo>
                        <a:pt x="766629" y="1336727"/>
                        <a:pt x="692001" y="1387724"/>
                        <a:pt x="609486" y="1387724"/>
                      </a:cubicBezTo>
                      <a:cubicBezTo>
                        <a:pt x="496300" y="1387724"/>
                        <a:pt x="429959" y="1301485"/>
                        <a:pt x="429959" y="1174192"/>
                      </a:cubicBezTo>
                      <a:cubicBezTo>
                        <a:pt x="429959" y="922938"/>
                        <a:pt x="655101" y="877330"/>
                        <a:pt x="868623" y="877330"/>
                      </a:cubicBezTo>
                      <a:lnTo>
                        <a:pt x="868623" y="941181"/>
                      </a:lnTo>
                      <a:moveTo>
                        <a:pt x="1165908" y="1659710"/>
                      </a:moveTo>
                      <a:cubicBezTo>
                        <a:pt x="1146420" y="1677122"/>
                        <a:pt x="1118225" y="1678370"/>
                        <a:pt x="1096251" y="1666759"/>
                      </a:cubicBezTo>
                      <a:cubicBezTo>
                        <a:pt x="998401" y="1585501"/>
                        <a:pt x="980570" y="1547763"/>
                        <a:pt x="927087" y="1470229"/>
                      </a:cubicBezTo>
                      <a:cubicBezTo>
                        <a:pt x="765382" y="1635250"/>
                        <a:pt x="650539" y="1684590"/>
                        <a:pt x="441150" y="1684590"/>
                      </a:cubicBezTo>
                      <a:cubicBezTo>
                        <a:pt x="192796" y="1684590"/>
                        <a:pt x="0" y="1531599"/>
                        <a:pt x="0" y="1225199"/>
                      </a:cubicBezTo>
                      <a:cubicBezTo>
                        <a:pt x="0" y="985959"/>
                        <a:pt x="129359" y="823015"/>
                        <a:pt x="314277" y="743409"/>
                      </a:cubicBezTo>
                      <a:cubicBezTo>
                        <a:pt x="474326" y="672924"/>
                        <a:pt x="697802" y="660485"/>
                        <a:pt x="868623" y="640998"/>
                      </a:cubicBezTo>
                      <a:lnTo>
                        <a:pt x="868623" y="602853"/>
                      </a:lnTo>
                      <a:cubicBezTo>
                        <a:pt x="868623" y="532783"/>
                        <a:pt x="874014" y="449860"/>
                        <a:pt x="832552" y="389326"/>
                      </a:cubicBezTo>
                      <a:cubicBezTo>
                        <a:pt x="796900" y="335010"/>
                        <a:pt x="728072" y="312622"/>
                        <a:pt x="667122" y="312622"/>
                      </a:cubicBezTo>
                      <a:cubicBezTo>
                        <a:pt x="554755" y="312622"/>
                        <a:pt x="454838" y="370253"/>
                        <a:pt x="430378" y="489663"/>
                      </a:cubicBezTo>
                      <a:cubicBezTo>
                        <a:pt x="425396" y="516199"/>
                        <a:pt x="405908" y="542319"/>
                        <a:pt x="378962" y="543563"/>
                      </a:cubicBezTo>
                      <a:lnTo>
                        <a:pt x="93288" y="512881"/>
                      </a:lnTo>
                      <a:cubicBezTo>
                        <a:pt x="69247" y="507492"/>
                        <a:pt x="42291" y="488005"/>
                        <a:pt x="49339" y="451104"/>
                      </a:cubicBezTo>
                      <a:cubicBezTo>
                        <a:pt x="114853" y="104483"/>
                        <a:pt x="428301" y="0"/>
                        <a:pt x="708584" y="0"/>
                      </a:cubicBezTo>
                      <a:cubicBezTo>
                        <a:pt x="852040" y="0"/>
                        <a:pt x="1039444" y="38145"/>
                        <a:pt x="1152640" y="146774"/>
                      </a:cubicBezTo>
                      <a:cubicBezTo>
                        <a:pt x="1296095" y="280696"/>
                        <a:pt x="1282408" y="459395"/>
                        <a:pt x="1282408" y="653851"/>
                      </a:cubicBezTo>
                      <a:lnTo>
                        <a:pt x="1282408" y="1113251"/>
                      </a:lnTo>
                      <a:cubicBezTo>
                        <a:pt x="1282408" y="1251316"/>
                        <a:pt x="1339625" y="1311848"/>
                        <a:pt x="1393527" y="1386476"/>
                      </a:cubicBezTo>
                      <a:cubicBezTo>
                        <a:pt x="1412186" y="1413013"/>
                        <a:pt x="1416329" y="1444940"/>
                        <a:pt x="1392288" y="1464838"/>
                      </a:cubicBezTo>
                      <a:cubicBezTo>
                        <a:pt x="1332166" y="1515016"/>
                        <a:pt x="1225192" y="1608304"/>
                        <a:pt x="1166317" y="1660539"/>
                      </a:cubicBezTo>
                      <a:lnTo>
                        <a:pt x="1165908" y="1659710"/>
                      </a:lnTo>
                    </a:path>
                  </a:pathLst>
                </a:custGeom>
                <a:solidFill>
                  <a:schemeClr val="bg1"/>
                </a:solidFill>
                <a:ln w="9525"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2813DFD3-F937-493E-9E6B-4C050349B63A}"/>
                    </a:ext>
                  </a:extLst>
                </p:cNvPr>
                <p:cNvSpPr/>
                <p:nvPr/>
              </p:nvSpPr>
              <p:spPr>
                <a:xfrm>
                  <a:off x="5403848" y="3221147"/>
                  <a:ext cx="205759" cy="245950"/>
                </a:xfrm>
                <a:custGeom>
                  <a:avLst/>
                  <a:gdLst>
                    <a:gd name="connsiteX0" fmla="*/ 868623 w 1409309"/>
                    <a:gd name="connsiteY0" fmla="*/ 941181 h 1684589"/>
                    <a:gd name="connsiteX1" fmla="*/ 813479 w 1409309"/>
                    <a:gd name="connsiteY1" fmla="*/ 1253802 h 1684589"/>
                    <a:gd name="connsiteX2" fmla="*/ 609487 w 1409309"/>
                    <a:gd name="connsiteY2" fmla="*/ 1387724 h 1684589"/>
                    <a:gd name="connsiteX3" fmla="*/ 430373 w 1409309"/>
                    <a:gd name="connsiteY3" fmla="*/ 1174192 h 1684589"/>
                    <a:gd name="connsiteX4" fmla="*/ 868623 w 1409309"/>
                    <a:gd name="connsiteY4" fmla="*/ 877330 h 1684589"/>
                    <a:gd name="connsiteX5" fmla="*/ 868623 w 1409309"/>
                    <a:gd name="connsiteY5" fmla="*/ 941181 h 1684589"/>
                    <a:gd name="connsiteX6" fmla="*/ 1165908 w 1409309"/>
                    <a:gd name="connsiteY6" fmla="*/ 1659710 h 1684589"/>
                    <a:gd name="connsiteX7" fmla="*/ 1096251 w 1409309"/>
                    <a:gd name="connsiteY7" fmla="*/ 1666759 h 1684589"/>
                    <a:gd name="connsiteX8" fmla="*/ 927084 w 1409309"/>
                    <a:gd name="connsiteY8" fmla="*/ 1470229 h 1684589"/>
                    <a:gd name="connsiteX9" fmla="*/ 441152 w 1409309"/>
                    <a:gd name="connsiteY9" fmla="*/ 1684590 h 1684589"/>
                    <a:gd name="connsiteX10" fmla="*/ 0 w 1409309"/>
                    <a:gd name="connsiteY10" fmla="*/ 1225199 h 1684589"/>
                    <a:gd name="connsiteX11" fmla="*/ 314279 w 1409309"/>
                    <a:gd name="connsiteY11" fmla="*/ 743409 h 1684589"/>
                    <a:gd name="connsiteX12" fmla="*/ 868623 w 1409309"/>
                    <a:gd name="connsiteY12" fmla="*/ 640998 h 1684589"/>
                    <a:gd name="connsiteX13" fmla="*/ 868623 w 1409309"/>
                    <a:gd name="connsiteY13" fmla="*/ 602853 h 1684589"/>
                    <a:gd name="connsiteX14" fmla="*/ 832966 w 1409309"/>
                    <a:gd name="connsiteY14" fmla="*/ 389326 h 1684589"/>
                    <a:gd name="connsiteX15" fmla="*/ 667534 w 1409309"/>
                    <a:gd name="connsiteY15" fmla="*/ 312622 h 1684589"/>
                    <a:gd name="connsiteX16" fmla="*/ 430373 w 1409309"/>
                    <a:gd name="connsiteY16" fmla="*/ 489663 h 1684589"/>
                    <a:gd name="connsiteX17" fmla="*/ 379375 w 1409309"/>
                    <a:gd name="connsiteY17" fmla="*/ 543563 h 1684589"/>
                    <a:gd name="connsiteX18" fmla="*/ 93289 w 1409309"/>
                    <a:gd name="connsiteY18" fmla="*/ 512881 h 1684589"/>
                    <a:gd name="connsiteX19" fmla="*/ 49339 w 1409309"/>
                    <a:gd name="connsiteY19" fmla="*/ 451104 h 1684589"/>
                    <a:gd name="connsiteX20" fmla="*/ 708581 w 1409309"/>
                    <a:gd name="connsiteY20" fmla="*/ 0 h 1684589"/>
                    <a:gd name="connsiteX21" fmla="*/ 1152639 w 1409309"/>
                    <a:gd name="connsiteY21" fmla="*/ 146774 h 1684589"/>
                    <a:gd name="connsiteX22" fmla="*/ 1282408 w 1409309"/>
                    <a:gd name="connsiteY22" fmla="*/ 653851 h 1684589"/>
                    <a:gd name="connsiteX23" fmla="*/ 1282408 w 1409309"/>
                    <a:gd name="connsiteY23" fmla="*/ 1113251 h 1684589"/>
                    <a:gd name="connsiteX24" fmla="*/ 1393527 w 1409309"/>
                    <a:gd name="connsiteY24" fmla="*/ 1386476 h 1684589"/>
                    <a:gd name="connsiteX25" fmla="*/ 1392698 w 1409309"/>
                    <a:gd name="connsiteY25" fmla="*/ 1464838 h 1684589"/>
                    <a:gd name="connsiteX26" fmla="*/ 1166736 w 1409309"/>
                    <a:gd name="connsiteY26" fmla="*/ 1660539 h 1684589"/>
                    <a:gd name="connsiteX27" fmla="*/ 1165908 w 1409309"/>
                    <a:gd name="connsiteY27" fmla="*/ 1659710 h 1684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409309" h="1684589">
                      <a:moveTo>
                        <a:pt x="868623" y="941181"/>
                      </a:moveTo>
                      <a:cubicBezTo>
                        <a:pt x="868623" y="1056025"/>
                        <a:pt x="871525" y="1151809"/>
                        <a:pt x="813479" y="1253802"/>
                      </a:cubicBezTo>
                      <a:cubicBezTo>
                        <a:pt x="766627" y="1336727"/>
                        <a:pt x="692410" y="1387724"/>
                        <a:pt x="609487" y="1387724"/>
                      </a:cubicBezTo>
                      <a:cubicBezTo>
                        <a:pt x="496296" y="1387724"/>
                        <a:pt x="430373" y="1301485"/>
                        <a:pt x="430373" y="1174192"/>
                      </a:cubicBezTo>
                      <a:cubicBezTo>
                        <a:pt x="430373" y="922938"/>
                        <a:pt x="655510" y="877330"/>
                        <a:pt x="868623" y="877330"/>
                      </a:cubicBezTo>
                      <a:lnTo>
                        <a:pt x="868623" y="941181"/>
                      </a:lnTo>
                      <a:moveTo>
                        <a:pt x="1165908" y="1659710"/>
                      </a:moveTo>
                      <a:cubicBezTo>
                        <a:pt x="1146420" y="1677122"/>
                        <a:pt x="1118226" y="1678370"/>
                        <a:pt x="1096251" y="1666759"/>
                      </a:cubicBezTo>
                      <a:cubicBezTo>
                        <a:pt x="998401" y="1585501"/>
                        <a:pt x="980980" y="1547763"/>
                        <a:pt x="927084" y="1470229"/>
                      </a:cubicBezTo>
                      <a:cubicBezTo>
                        <a:pt x="765383" y="1635250"/>
                        <a:pt x="650949" y="1684590"/>
                        <a:pt x="441152" y="1684590"/>
                      </a:cubicBezTo>
                      <a:cubicBezTo>
                        <a:pt x="193211" y="1684590"/>
                        <a:pt x="0" y="1531599"/>
                        <a:pt x="0" y="1225199"/>
                      </a:cubicBezTo>
                      <a:cubicBezTo>
                        <a:pt x="0" y="985959"/>
                        <a:pt x="129775" y="823015"/>
                        <a:pt x="314279" y="743409"/>
                      </a:cubicBezTo>
                      <a:cubicBezTo>
                        <a:pt x="474322" y="672924"/>
                        <a:pt x="697801" y="660485"/>
                        <a:pt x="868623" y="640998"/>
                      </a:cubicBezTo>
                      <a:lnTo>
                        <a:pt x="868623" y="602853"/>
                      </a:lnTo>
                      <a:cubicBezTo>
                        <a:pt x="868623" y="532783"/>
                        <a:pt x="874013" y="449860"/>
                        <a:pt x="832966" y="389326"/>
                      </a:cubicBezTo>
                      <a:cubicBezTo>
                        <a:pt x="796894" y="335010"/>
                        <a:pt x="728068" y="312622"/>
                        <a:pt x="667534" y="312622"/>
                      </a:cubicBezTo>
                      <a:cubicBezTo>
                        <a:pt x="555172" y="312622"/>
                        <a:pt x="454835" y="370253"/>
                        <a:pt x="430373" y="489663"/>
                      </a:cubicBezTo>
                      <a:cubicBezTo>
                        <a:pt x="425397" y="516199"/>
                        <a:pt x="405910" y="542319"/>
                        <a:pt x="379375" y="543563"/>
                      </a:cubicBezTo>
                      <a:lnTo>
                        <a:pt x="93289" y="512881"/>
                      </a:lnTo>
                      <a:cubicBezTo>
                        <a:pt x="69241" y="507492"/>
                        <a:pt x="42705" y="488005"/>
                        <a:pt x="49339" y="451104"/>
                      </a:cubicBezTo>
                      <a:cubicBezTo>
                        <a:pt x="115264" y="104483"/>
                        <a:pt x="428299" y="0"/>
                        <a:pt x="708581" y="0"/>
                      </a:cubicBezTo>
                      <a:cubicBezTo>
                        <a:pt x="852038" y="0"/>
                        <a:pt x="1039444" y="38145"/>
                        <a:pt x="1152639" y="146774"/>
                      </a:cubicBezTo>
                      <a:cubicBezTo>
                        <a:pt x="1296095" y="280696"/>
                        <a:pt x="1282408" y="459395"/>
                        <a:pt x="1282408" y="653851"/>
                      </a:cubicBezTo>
                      <a:lnTo>
                        <a:pt x="1282408" y="1113251"/>
                      </a:lnTo>
                      <a:cubicBezTo>
                        <a:pt x="1282408" y="1251316"/>
                        <a:pt x="1339625" y="1311848"/>
                        <a:pt x="1393527" y="1386476"/>
                      </a:cubicBezTo>
                      <a:cubicBezTo>
                        <a:pt x="1412605" y="1413013"/>
                        <a:pt x="1416749" y="1444940"/>
                        <a:pt x="1392698" y="1464838"/>
                      </a:cubicBezTo>
                      <a:cubicBezTo>
                        <a:pt x="1332576" y="1515016"/>
                        <a:pt x="1225610" y="1608304"/>
                        <a:pt x="1166736" y="1660539"/>
                      </a:cubicBezTo>
                      <a:lnTo>
                        <a:pt x="1165908" y="1659710"/>
                      </a:lnTo>
                    </a:path>
                  </a:pathLst>
                </a:custGeom>
                <a:solidFill>
                  <a:schemeClr val="bg1"/>
                </a:solidFill>
                <a:ln w="9525" cap="flat">
                  <a:noFill/>
                  <a:prstDash val="solid"/>
                  <a:miter/>
                </a:ln>
              </p:spPr>
              <p:txBody>
                <a:bodyPr rtlCol="0" anchor="ctr"/>
                <a:lstStyle/>
                <a:p>
                  <a:endParaRPr lang="en-IN"/>
                </a:p>
              </p:txBody>
            </p:sp>
          </p:grpSp>
        </p:grpSp>
        <p:grpSp>
          <p:nvGrpSpPr>
            <p:cNvPr id="56" name="Group 55">
              <a:extLst>
                <a:ext uri="{FF2B5EF4-FFF2-40B4-BE49-F238E27FC236}">
                  <a16:creationId xmlns:a16="http://schemas.microsoft.com/office/drawing/2014/main" id="{9E2A75E8-97A1-4DE6-80C5-FBCC31EC103C}"/>
                </a:ext>
              </a:extLst>
            </p:cNvPr>
            <p:cNvGrpSpPr/>
            <p:nvPr/>
          </p:nvGrpSpPr>
          <p:grpSpPr>
            <a:xfrm>
              <a:off x="3171644" y="2952473"/>
              <a:ext cx="1112211" cy="1112211"/>
              <a:chOff x="1580048" y="2799248"/>
              <a:chExt cx="1259505" cy="1259505"/>
            </a:xfrm>
          </p:grpSpPr>
          <p:sp>
            <p:nvSpPr>
              <p:cNvPr id="6" name="Oval 5">
                <a:extLst>
                  <a:ext uri="{FF2B5EF4-FFF2-40B4-BE49-F238E27FC236}">
                    <a16:creationId xmlns:a16="http://schemas.microsoft.com/office/drawing/2014/main" id="{FE5A7BA3-2916-4127-B372-EE0B2B727977}"/>
                  </a:ext>
                </a:extLst>
              </p:cNvPr>
              <p:cNvSpPr/>
              <p:nvPr/>
            </p:nvSpPr>
            <p:spPr>
              <a:xfrm>
                <a:off x="1580048" y="2799248"/>
                <a:ext cx="1259505" cy="1259505"/>
              </a:xfrm>
              <a:prstGeom prst="ellipse">
                <a:avLst/>
              </a:prstGeom>
              <a:solidFill>
                <a:srgbClr val="6441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9" name="Picture 28" descr="A picture containing qr code&#10;&#10;Description automatically generated">
                <a:extLst>
                  <a:ext uri="{FF2B5EF4-FFF2-40B4-BE49-F238E27FC236}">
                    <a16:creationId xmlns:a16="http://schemas.microsoft.com/office/drawing/2014/main" id="{3F2EBE11-7757-4E19-B7E0-7EFE979A7752}"/>
                  </a:ext>
                </a:extLst>
              </p:cNvPr>
              <p:cNvPicPr>
                <a:picLocks noChangeAspect="1"/>
              </p:cNvPicPr>
              <p:nvPr/>
            </p:nvPicPr>
            <p:blipFill>
              <a:blip r:embed="rId2">
                <a:biLevel thresh="25000"/>
                <a:extLst>
                  <a:ext uri="{BEBA8EAE-BF5A-486C-A8C5-ECC9F3942E4B}">
                    <a14:imgProps xmlns:a14="http://schemas.microsoft.com/office/drawing/2010/main">
                      <a14:imgLayer r:embed="rId3">
                        <a14:imgEffect>
                          <a14:colorTemperature colorTemp="6319"/>
                        </a14:imgEffect>
                      </a14:imgLayer>
                    </a14:imgProps>
                  </a:ext>
                  <a:ext uri="{28A0092B-C50C-407E-A947-70E740481C1C}">
                    <a14:useLocalDpi xmlns:a14="http://schemas.microsoft.com/office/drawing/2010/main" val="0"/>
                  </a:ext>
                </a:extLst>
              </a:blip>
              <a:stretch>
                <a:fillRect/>
              </a:stretch>
            </p:blipFill>
            <p:spPr>
              <a:xfrm>
                <a:off x="1827312" y="3159548"/>
                <a:ext cx="764978" cy="440902"/>
              </a:xfrm>
              <a:prstGeom prst="rect">
                <a:avLst/>
              </a:prstGeom>
              <a:noFill/>
            </p:spPr>
          </p:pic>
        </p:grpSp>
        <p:grpSp>
          <p:nvGrpSpPr>
            <p:cNvPr id="62" name="Group 61">
              <a:extLst>
                <a:ext uri="{FF2B5EF4-FFF2-40B4-BE49-F238E27FC236}">
                  <a16:creationId xmlns:a16="http://schemas.microsoft.com/office/drawing/2014/main" id="{44C56EF6-3B4A-4BBE-9B90-948ABA906DF7}"/>
                </a:ext>
              </a:extLst>
            </p:cNvPr>
            <p:cNvGrpSpPr/>
            <p:nvPr/>
          </p:nvGrpSpPr>
          <p:grpSpPr>
            <a:xfrm>
              <a:off x="10535277" y="2952473"/>
              <a:ext cx="1112211" cy="1112211"/>
              <a:chOff x="9606450" y="2005498"/>
              <a:chExt cx="1259505" cy="1259505"/>
            </a:xfrm>
          </p:grpSpPr>
          <p:sp>
            <p:nvSpPr>
              <p:cNvPr id="9" name="Oval 8">
                <a:extLst>
                  <a:ext uri="{FF2B5EF4-FFF2-40B4-BE49-F238E27FC236}">
                    <a16:creationId xmlns:a16="http://schemas.microsoft.com/office/drawing/2014/main" id="{1F789C1D-A5A3-4681-B50C-8375402A8A43}"/>
                  </a:ext>
                </a:extLst>
              </p:cNvPr>
              <p:cNvSpPr/>
              <p:nvPr/>
            </p:nvSpPr>
            <p:spPr>
              <a:xfrm>
                <a:off x="9606450" y="2005498"/>
                <a:ext cx="1259505" cy="1259505"/>
              </a:xfrm>
              <a:prstGeom prst="ellipse">
                <a:avLst/>
              </a:prstGeom>
              <a:solidFill>
                <a:srgbClr val="25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2" name="Picture 31" descr="A picture containing text, tableware, plate, dishware&#10;&#10;Description automatically generated">
                <a:extLst>
                  <a:ext uri="{FF2B5EF4-FFF2-40B4-BE49-F238E27FC236}">
                    <a16:creationId xmlns:a16="http://schemas.microsoft.com/office/drawing/2014/main" id="{AD9F4501-3884-4D14-ADFF-68C6A2C9393D}"/>
                  </a:ext>
                </a:extLst>
              </p:cNvPr>
              <p:cNvPicPr>
                <a:picLocks noChangeAspect="1"/>
              </p:cNvPicPr>
              <p:nvPr/>
            </p:nvPicPr>
            <p:blipFill>
              <a:blip r:embed="rId4">
                <a:biLevel thresh="25000"/>
                <a:extLst>
                  <a:ext uri="{BEBA8EAE-BF5A-486C-A8C5-ECC9F3942E4B}">
                    <a14:imgProps xmlns:a14="http://schemas.microsoft.com/office/drawing/2010/main">
                      <a14:imgLayer r:embed="rId5">
                        <a14:imgEffect>
                          <a14:colorTemperature colorTemp="1500"/>
                        </a14:imgEffect>
                      </a14:imgLayer>
                    </a14:imgProps>
                  </a:ext>
                  <a:ext uri="{28A0092B-C50C-407E-A947-70E740481C1C}">
                    <a14:useLocalDpi xmlns:a14="http://schemas.microsoft.com/office/drawing/2010/main" val="0"/>
                  </a:ext>
                </a:extLst>
              </a:blip>
              <a:stretch>
                <a:fillRect/>
              </a:stretch>
            </p:blipFill>
            <p:spPr>
              <a:xfrm>
                <a:off x="9902062" y="2435323"/>
                <a:ext cx="668279" cy="399853"/>
              </a:xfrm>
              <a:prstGeom prst="rect">
                <a:avLst/>
              </a:prstGeom>
            </p:spPr>
          </p:pic>
        </p:grpSp>
        <p:grpSp>
          <p:nvGrpSpPr>
            <p:cNvPr id="63" name="Group 62">
              <a:extLst>
                <a:ext uri="{FF2B5EF4-FFF2-40B4-BE49-F238E27FC236}">
                  <a16:creationId xmlns:a16="http://schemas.microsoft.com/office/drawing/2014/main" id="{A6928B2E-872F-4E65-8C8B-1B495BD5BE88}"/>
                </a:ext>
              </a:extLst>
            </p:cNvPr>
            <p:cNvGrpSpPr/>
            <p:nvPr/>
          </p:nvGrpSpPr>
          <p:grpSpPr>
            <a:xfrm>
              <a:off x="9043284" y="1497847"/>
              <a:ext cx="1112211" cy="1112211"/>
              <a:chOff x="6723550" y="608498"/>
              <a:chExt cx="1259505" cy="1259505"/>
            </a:xfrm>
          </p:grpSpPr>
          <p:sp>
            <p:nvSpPr>
              <p:cNvPr id="8" name="Oval 7">
                <a:extLst>
                  <a:ext uri="{FF2B5EF4-FFF2-40B4-BE49-F238E27FC236}">
                    <a16:creationId xmlns:a16="http://schemas.microsoft.com/office/drawing/2014/main" id="{841480EB-801B-4539-8F97-B4ECC09FB888}"/>
                  </a:ext>
                </a:extLst>
              </p:cNvPr>
              <p:cNvSpPr/>
              <p:nvPr/>
            </p:nvSpPr>
            <p:spPr>
              <a:xfrm>
                <a:off x="6723550" y="608498"/>
                <a:ext cx="1259505" cy="1259505"/>
              </a:xfrm>
              <a:prstGeom prst="ellipse">
                <a:avLst/>
              </a:prstGeom>
              <a:solidFill>
                <a:srgbClr val="F6C7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4" name="Picture 33" descr="Logo&#10;&#10;Description automatically generated">
                <a:extLst>
                  <a:ext uri="{FF2B5EF4-FFF2-40B4-BE49-F238E27FC236}">
                    <a16:creationId xmlns:a16="http://schemas.microsoft.com/office/drawing/2014/main" id="{96EB6DF4-493D-44DD-AC62-D97853D7722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56734" y="1038107"/>
                <a:ext cx="793135" cy="400286"/>
              </a:xfrm>
              <a:prstGeom prst="rect">
                <a:avLst/>
              </a:prstGeom>
            </p:spPr>
          </p:pic>
        </p:grpSp>
        <p:grpSp>
          <p:nvGrpSpPr>
            <p:cNvPr id="57" name="Group 56">
              <a:extLst>
                <a:ext uri="{FF2B5EF4-FFF2-40B4-BE49-F238E27FC236}">
                  <a16:creationId xmlns:a16="http://schemas.microsoft.com/office/drawing/2014/main" id="{F38C2531-48B2-40EA-8CEC-00FD4990326E}"/>
                </a:ext>
              </a:extLst>
            </p:cNvPr>
            <p:cNvGrpSpPr/>
            <p:nvPr/>
          </p:nvGrpSpPr>
          <p:grpSpPr>
            <a:xfrm>
              <a:off x="4710192" y="1497847"/>
              <a:ext cx="1112211" cy="1112211"/>
              <a:chOff x="3446948" y="894248"/>
              <a:chExt cx="1259505" cy="1259505"/>
            </a:xfrm>
          </p:grpSpPr>
          <p:sp>
            <p:nvSpPr>
              <p:cNvPr id="7" name="Oval 6">
                <a:extLst>
                  <a:ext uri="{FF2B5EF4-FFF2-40B4-BE49-F238E27FC236}">
                    <a16:creationId xmlns:a16="http://schemas.microsoft.com/office/drawing/2014/main" id="{0C8A2E6D-B757-4B23-BC97-989B9130ADAA}"/>
                  </a:ext>
                </a:extLst>
              </p:cNvPr>
              <p:cNvSpPr/>
              <p:nvPr/>
            </p:nvSpPr>
            <p:spPr>
              <a:xfrm>
                <a:off x="3446948" y="894248"/>
                <a:ext cx="1259505" cy="1259505"/>
              </a:xfrm>
              <a:prstGeom prst="ellipse">
                <a:avLst/>
              </a:prstGeom>
              <a:solidFill>
                <a:srgbClr val="00AA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6" name="Picture 35" descr="Logo, company name&#10;&#10;Description automatically generated">
                <a:extLst>
                  <a:ext uri="{FF2B5EF4-FFF2-40B4-BE49-F238E27FC236}">
                    <a16:creationId xmlns:a16="http://schemas.microsoft.com/office/drawing/2014/main" id="{F2C40706-3C8A-479B-ADE1-5B4E91C7E70F}"/>
                  </a:ext>
                </a:extLst>
              </p:cNvPr>
              <p:cNvPicPr>
                <a:picLocks noChangeAspect="1"/>
              </p:cNvPicPr>
              <p:nvPr/>
            </p:nvPicPr>
            <p:blipFill>
              <a:blip r:embed="rId7">
                <a:biLevel thresh="25000"/>
                <a:extLst>
                  <a:ext uri="{BEBA8EAE-BF5A-486C-A8C5-ECC9F3942E4B}">
                    <a14:imgProps xmlns:a14="http://schemas.microsoft.com/office/drawing/2010/main">
                      <a14:imgLayer r:embed="rId8">
                        <a14:imgEffect>
                          <a14:colorTemperature colorTemp="15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3771900" y="1217648"/>
                <a:ext cx="609600" cy="612704"/>
              </a:xfrm>
              <a:prstGeom prst="rect">
                <a:avLst/>
              </a:prstGeom>
            </p:spPr>
          </p:pic>
        </p:grpSp>
        <p:grpSp>
          <p:nvGrpSpPr>
            <p:cNvPr id="58" name="Group 57">
              <a:extLst>
                <a:ext uri="{FF2B5EF4-FFF2-40B4-BE49-F238E27FC236}">
                  <a16:creationId xmlns:a16="http://schemas.microsoft.com/office/drawing/2014/main" id="{B7E8BA7C-622A-456F-8D4E-77680311B7DC}"/>
                </a:ext>
              </a:extLst>
            </p:cNvPr>
            <p:cNvGrpSpPr/>
            <p:nvPr/>
          </p:nvGrpSpPr>
          <p:grpSpPr>
            <a:xfrm>
              <a:off x="4671986" y="4172673"/>
              <a:ext cx="1188619" cy="1112211"/>
              <a:chOff x="2298783" y="4989998"/>
              <a:chExt cx="1346033" cy="1259505"/>
            </a:xfrm>
          </p:grpSpPr>
          <p:sp>
            <p:nvSpPr>
              <p:cNvPr id="5" name="Oval 4">
                <a:extLst>
                  <a:ext uri="{FF2B5EF4-FFF2-40B4-BE49-F238E27FC236}">
                    <a16:creationId xmlns:a16="http://schemas.microsoft.com/office/drawing/2014/main" id="{B252D4A8-B35C-4710-AD4B-713AA9FF891C}"/>
                  </a:ext>
                </a:extLst>
              </p:cNvPr>
              <p:cNvSpPr/>
              <p:nvPr/>
            </p:nvSpPr>
            <p:spPr>
              <a:xfrm>
                <a:off x="2342048" y="4989998"/>
                <a:ext cx="1259505" cy="1259505"/>
              </a:xfrm>
              <a:prstGeom prst="ellipse">
                <a:avLst/>
              </a:prstGeom>
              <a:solidFill>
                <a:srgbClr val="05A0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8" name="Picture 37" descr="Logo&#10;&#10;Description automatically generated">
                <a:extLst>
                  <a:ext uri="{FF2B5EF4-FFF2-40B4-BE49-F238E27FC236}">
                    <a16:creationId xmlns:a16="http://schemas.microsoft.com/office/drawing/2014/main" id="{9EB0B2E0-B2AA-455A-8E28-6FB6975B47D4}"/>
                  </a:ext>
                </a:extLst>
              </p:cNvPr>
              <p:cNvPicPr>
                <a:picLocks noChangeAspect="1"/>
              </p:cNvPicPr>
              <p:nvPr/>
            </p:nvPicPr>
            <p:blipFill>
              <a:blip r:embed="rId9">
                <a:biLevel thresh="50000"/>
                <a:extLst>
                  <a:ext uri="{BEBA8EAE-BF5A-486C-A8C5-ECC9F3942E4B}">
                    <a14:imgProps xmlns:a14="http://schemas.microsoft.com/office/drawing/2010/main">
                      <a14:imgLayer r:embed="rId10">
                        <a14:imgEffect>
                          <a14:colorTemperature colorTemp="2212"/>
                        </a14:imgEffect>
                      </a14:imgLayer>
                    </a14:imgProps>
                  </a:ext>
                  <a:ext uri="{28A0092B-C50C-407E-A947-70E740481C1C}">
                    <a14:useLocalDpi xmlns:a14="http://schemas.microsoft.com/office/drawing/2010/main" val="0"/>
                  </a:ext>
                </a:extLst>
              </a:blip>
              <a:stretch>
                <a:fillRect/>
              </a:stretch>
            </p:blipFill>
            <p:spPr>
              <a:xfrm>
                <a:off x="2298783" y="5181011"/>
                <a:ext cx="1346033" cy="914501"/>
              </a:xfrm>
              <a:prstGeom prst="rect">
                <a:avLst/>
              </a:prstGeom>
            </p:spPr>
          </p:pic>
        </p:grpSp>
        <p:grpSp>
          <p:nvGrpSpPr>
            <p:cNvPr id="59" name="Group 58">
              <a:extLst>
                <a:ext uri="{FF2B5EF4-FFF2-40B4-BE49-F238E27FC236}">
                  <a16:creationId xmlns:a16="http://schemas.microsoft.com/office/drawing/2014/main" id="{DD9CEAB5-0B00-4F0E-980E-590CDFC025EE}"/>
                </a:ext>
              </a:extLst>
            </p:cNvPr>
            <p:cNvGrpSpPr/>
            <p:nvPr/>
          </p:nvGrpSpPr>
          <p:grpSpPr>
            <a:xfrm>
              <a:off x="9043283" y="4172672"/>
              <a:ext cx="1112211" cy="1112211"/>
              <a:chOff x="5645663" y="5353291"/>
              <a:chExt cx="1259505" cy="1259505"/>
            </a:xfrm>
          </p:grpSpPr>
          <p:sp>
            <p:nvSpPr>
              <p:cNvPr id="12" name="Oval 11">
                <a:extLst>
                  <a:ext uri="{FF2B5EF4-FFF2-40B4-BE49-F238E27FC236}">
                    <a16:creationId xmlns:a16="http://schemas.microsoft.com/office/drawing/2014/main" id="{9EF06FB1-6EFC-4CEC-B18B-2387571FC557}"/>
                  </a:ext>
                </a:extLst>
              </p:cNvPr>
              <p:cNvSpPr/>
              <p:nvPr/>
            </p:nvSpPr>
            <p:spPr>
              <a:xfrm>
                <a:off x="5645663" y="5353291"/>
                <a:ext cx="1259505" cy="1259505"/>
              </a:xfrm>
              <a:prstGeom prst="ellipse">
                <a:avLst/>
              </a:prstGeom>
              <a:solidFill>
                <a:srgbClr val="00AA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2" name="Picture 41" descr="Logo, company name&#10;&#10;Description automatically generated">
                <a:extLst>
                  <a:ext uri="{FF2B5EF4-FFF2-40B4-BE49-F238E27FC236}">
                    <a16:creationId xmlns:a16="http://schemas.microsoft.com/office/drawing/2014/main" id="{B3D7BBBF-6FE8-4C1E-B98D-885D166C318C}"/>
                  </a:ext>
                </a:extLst>
              </p:cNvPr>
              <p:cNvPicPr>
                <a:picLocks noChangeAspect="1"/>
              </p:cNvPicPr>
              <p:nvPr/>
            </p:nvPicPr>
            <p:blipFill>
              <a:blip r:embed="rId11">
                <a:biLevel thresh="25000"/>
                <a:extLst>
                  <a:ext uri="{28A0092B-C50C-407E-A947-70E740481C1C}">
                    <a14:useLocalDpi xmlns:a14="http://schemas.microsoft.com/office/drawing/2010/main" val="0"/>
                  </a:ext>
                </a:extLst>
              </a:blip>
              <a:stretch>
                <a:fillRect/>
              </a:stretch>
            </p:blipFill>
            <p:spPr>
              <a:xfrm>
                <a:off x="5905560" y="5638262"/>
                <a:ext cx="743488" cy="743488"/>
              </a:xfrm>
              <a:prstGeom prst="rect">
                <a:avLst/>
              </a:prstGeom>
            </p:spPr>
          </p:pic>
        </p:grpSp>
        <p:grpSp>
          <p:nvGrpSpPr>
            <p:cNvPr id="60" name="Group 59">
              <a:extLst>
                <a:ext uri="{FF2B5EF4-FFF2-40B4-BE49-F238E27FC236}">
                  <a16:creationId xmlns:a16="http://schemas.microsoft.com/office/drawing/2014/main" id="{0338021C-912E-42FA-ABA5-08C1C2859DC8}"/>
                </a:ext>
              </a:extLst>
            </p:cNvPr>
            <p:cNvGrpSpPr/>
            <p:nvPr/>
          </p:nvGrpSpPr>
          <p:grpSpPr>
            <a:xfrm>
              <a:off x="6853460" y="5269539"/>
              <a:ext cx="1112211" cy="1112211"/>
              <a:chOff x="7853850" y="4533332"/>
              <a:chExt cx="1259505" cy="1259505"/>
            </a:xfrm>
          </p:grpSpPr>
          <p:sp>
            <p:nvSpPr>
              <p:cNvPr id="10" name="Oval 9">
                <a:extLst>
                  <a:ext uri="{FF2B5EF4-FFF2-40B4-BE49-F238E27FC236}">
                    <a16:creationId xmlns:a16="http://schemas.microsoft.com/office/drawing/2014/main" id="{82D7DF78-A426-4A91-ABFE-41B08EAEE74E}"/>
                  </a:ext>
                </a:extLst>
              </p:cNvPr>
              <p:cNvSpPr/>
              <p:nvPr/>
            </p:nvSpPr>
            <p:spPr>
              <a:xfrm>
                <a:off x="7853850" y="4533332"/>
                <a:ext cx="1259505" cy="1259505"/>
              </a:xfrm>
              <a:prstGeom prst="ellipse">
                <a:avLst/>
              </a:prstGeom>
              <a:solidFill>
                <a:srgbClr val="E154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51" name="Group 50">
                <a:extLst>
                  <a:ext uri="{FF2B5EF4-FFF2-40B4-BE49-F238E27FC236}">
                    <a16:creationId xmlns:a16="http://schemas.microsoft.com/office/drawing/2014/main" id="{717B97E8-2179-46E4-A4B6-D6DA92A24995}"/>
                  </a:ext>
                </a:extLst>
              </p:cNvPr>
              <p:cNvGrpSpPr/>
              <p:nvPr/>
            </p:nvGrpSpPr>
            <p:grpSpPr>
              <a:xfrm>
                <a:off x="8095456" y="4905410"/>
                <a:ext cx="818518" cy="397915"/>
                <a:chOff x="9479667" y="4267517"/>
                <a:chExt cx="1444880" cy="702416"/>
              </a:xfrm>
              <a:solidFill>
                <a:schemeClr val="bg1"/>
              </a:solidFill>
            </p:grpSpPr>
            <p:sp>
              <p:nvSpPr>
                <p:cNvPr id="46" name="Freeform: Shape 45">
                  <a:extLst>
                    <a:ext uri="{FF2B5EF4-FFF2-40B4-BE49-F238E27FC236}">
                      <a16:creationId xmlns:a16="http://schemas.microsoft.com/office/drawing/2014/main" id="{F2C0747E-24BE-44D2-A073-1E397D8704A7}"/>
                    </a:ext>
                  </a:extLst>
                </p:cNvPr>
                <p:cNvSpPr/>
                <p:nvPr/>
              </p:nvSpPr>
              <p:spPr>
                <a:xfrm>
                  <a:off x="9685966" y="4267517"/>
                  <a:ext cx="543988" cy="187062"/>
                </a:xfrm>
                <a:custGeom>
                  <a:avLst/>
                  <a:gdLst>
                    <a:gd name="connsiteX0" fmla="*/ 139450 w 543988"/>
                    <a:gd name="connsiteY0" fmla="*/ 28110 h 187062"/>
                    <a:gd name="connsiteX1" fmla="*/ 407475 w 543988"/>
                    <a:gd name="connsiteY1" fmla="*/ 31207 h 187062"/>
                    <a:gd name="connsiteX2" fmla="*/ 543988 w 543988"/>
                    <a:gd name="connsiteY2" fmla="*/ 158582 h 187062"/>
                    <a:gd name="connsiteX3" fmla="*/ 486265 w 543988"/>
                    <a:gd name="connsiteY3" fmla="*/ 187063 h 187062"/>
                    <a:gd name="connsiteX4" fmla="*/ 348327 w 543988"/>
                    <a:gd name="connsiteY4" fmla="*/ 63500 h 187062"/>
                    <a:gd name="connsiteX5" fmla="*/ 105300 w 543988"/>
                    <a:gd name="connsiteY5" fmla="*/ 68943 h 187062"/>
                    <a:gd name="connsiteX6" fmla="*/ 0 w 543988"/>
                    <a:gd name="connsiteY6" fmla="*/ 156636 h 187062"/>
                    <a:gd name="connsiteX7" fmla="*/ 139450 w 543988"/>
                    <a:gd name="connsiteY7" fmla="*/ 28110 h 187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3988" h="187062">
                      <a:moveTo>
                        <a:pt x="139450" y="28110"/>
                      </a:moveTo>
                      <a:cubicBezTo>
                        <a:pt x="223112" y="-10996"/>
                        <a:pt x="324482" y="-8684"/>
                        <a:pt x="407475" y="31207"/>
                      </a:cubicBezTo>
                      <a:cubicBezTo>
                        <a:pt x="464882" y="58266"/>
                        <a:pt x="513144" y="103443"/>
                        <a:pt x="543988" y="158582"/>
                      </a:cubicBezTo>
                      <a:cubicBezTo>
                        <a:pt x="524786" y="168194"/>
                        <a:pt x="505503" y="177589"/>
                        <a:pt x="486265" y="187063"/>
                      </a:cubicBezTo>
                      <a:cubicBezTo>
                        <a:pt x="455641" y="132238"/>
                        <a:pt x="406499" y="88029"/>
                        <a:pt x="348327" y="63500"/>
                      </a:cubicBezTo>
                      <a:cubicBezTo>
                        <a:pt x="271682" y="30282"/>
                        <a:pt x="180169" y="31259"/>
                        <a:pt x="105300" y="68943"/>
                      </a:cubicBezTo>
                      <a:cubicBezTo>
                        <a:pt x="63430" y="88962"/>
                        <a:pt x="28699" y="120758"/>
                        <a:pt x="0" y="156636"/>
                      </a:cubicBezTo>
                      <a:cubicBezTo>
                        <a:pt x="32049" y="101140"/>
                        <a:pt x="80742" y="54951"/>
                        <a:pt x="139450" y="28110"/>
                      </a:cubicBezTo>
                      <a:close/>
                    </a:path>
                  </a:pathLst>
                </a:custGeom>
                <a:grpFill/>
                <a:ln w="8770" cap="flat">
                  <a:noFill/>
                  <a:prstDash val="solid"/>
                  <a:miter/>
                </a:ln>
              </p:spPr>
              <p:txBody>
                <a:bodyPr rtlCol="0" anchor="ctr"/>
                <a:lstStyle/>
                <a:p>
                  <a:endParaRPr lang="en-IN"/>
                </a:p>
              </p:txBody>
            </p:sp>
            <p:sp>
              <p:nvSpPr>
                <p:cNvPr id="47" name="Freeform: Shape 46">
                  <a:extLst>
                    <a:ext uri="{FF2B5EF4-FFF2-40B4-BE49-F238E27FC236}">
                      <a16:creationId xmlns:a16="http://schemas.microsoft.com/office/drawing/2014/main" id="{69E0875C-363C-40BB-83C4-5FAD210C820A}"/>
                    </a:ext>
                  </a:extLst>
                </p:cNvPr>
                <p:cNvSpPr/>
                <p:nvPr/>
              </p:nvSpPr>
              <p:spPr>
                <a:xfrm>
                  <a:off x="9766400" y="4361072"/>
                  <a:ext cx="376137" cy="136329"/>
                </a:xfrm>
                <a:custGeom>
                  <a:avLst/>
                  <a:gdLst>
                    <a:gd name="connsiteX0" fmla="*/ 0 w 376137"/>
                    <a:gd name="connsiteY0" fmla="*/ 105641 h 136329"/>
                    <a:gd name="connsiteX1" fmla="*/ 188249 w 376137"/>
                    <a:gd name="connsiteY1" fmla="*/ 13 h 136329"/>
                    <a:gd name="connsiteX2" fmla="*/ 376138 w 376137"/>
                    <a:gd name="connsiteY2" fmla="*/ 108066 h 136329"/>
                    <a:gd name="connsiteX3" fmla="*/ 318731 w 376137"/>
                    <a:gd name="connsiteY3" fmla="*/ 136329 h 136329"/>
                    <a:gd name="connsiteX4" fmla="*/ 152305 w 376137"/>
                    <a:gd name="connsiteY4" fmla="*/ 39477 h 136329"/>
                    <a:gd name="connsiteX5" fmla="*/ 0 w 376137"/>
                    <a:gd name="connsiteY5" fmla="*/ 105641 h 136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6137" h="136329">
                      <a:moveTo>
                        <a:pt x="0" y="105641"/>
                      </a:moveTo>
                      <a:cubicBezTo>
                        <a:pt x="40666" y="43009"/>
                        <a:pt x="112132" y="-737"/>
                        <a:pt x="188249" y="13"/>
                      </a:cubicBezTo>
                      <a:cubicBezTo>
                        <a:pt x="264762" y="-877"/>
                        <a:pt x="337486" y="43332"/>
                        <a:pt x="376138" y="108066"/>
                      </a:cubicBezTo>
                      <a:cubicBezTo>
                        <a:pt x="357032" y="117513"/>
                        <a:pt x="337838" y="126847"/>
                        <a:pt x="318731" y="136329"/>
                      </a:cubicBezTo>
                      <a:cubicBezTo>
                        <a:pt x="284044" y="79202"/>
                        <a:pt x="220070" y="40009"/>
                        <a:pt x="152305" y="39477"/>
                      </a:cubicBezTo>
                      <a:cubicBezTo>
                        <a:pt x="94459" y="37165"/>
                        <a:pt x="39593" y="65157"/>
                        <a:pt x="0" y="105641"/>
                      </a:cubicBezTo>
                      <a:close/>
                    </a:path>
                  </a:pathLst>
                </a:custGeom>
                <a:grpFill/>
                <a:ln w="8770"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A66BDF52-3F62-4C7A-94D9-4E1834D4278D}"/>
                    </a:ext>
                  </a:extLst>
                </p:cNvPr>
                <p:cNvSpPr/>
                <p:nvPr/>
              </p:nvSpPr>
              <p:spPr>
                <a:xfrm>
                  <a:off x="9598866" y="4433181"/>
                  <a:ext cx="710687" cy="226007"/>
                </a:xfrm>
                <a:custGeom>
                  <a:avLst/>
                  <a:gdLst>
                    <a:gd name="connsiteX0" fmla="*/ 0 w 710687"/>
                    <a:gd name="connsiteY0" fmla="*/ 0 h 226007"/>
                    <a:gd name="connsiteX1" fmla="*/ 355344 w 710687"/>
                    <a:gd name="connsiteY1" fmla="*/ 176312 h 226007"/>
                    <a:gd name="connsiteX2" fmla="*/ 710687 w 710687"/>
                    <a:gd name="connsiteY2" fmla="*/ 87 h 226007"/>
                    <a:gd name="connsiteX3" fmla="*/ 710634 w 710687"/>
                    <a:gd name="connsiteY3" fmla="*/ 49730 h 226007"/>
                    <a:gd name="connsiteX4" fmla="*/ 355291 w 710687"/>
                    <a:gd name="connsiteY4" fmla="*/ 226007 h 226007"/>
                    <a:gd name="connsiteX5" fmla="*/ 44 w 710687"/>
                    <a:gd name="connsiteY5" fmla="*/ 49730 h 226007"/>
                    <a:gd name="connsiteX6" fmla="*/ 0 w 710687"/>
                    <a:gd name="connsiteY6" fmla="*/ 0 h 226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687" h="226007">
                      <a:moveTo>
                        <a:pt x="0" y="0"/>
                      </a:moveTo>
                      <a:cubicBezTo>
                        <a:pt x="118383" y="58899"/>
                        <a:pt x="236863" y="117579"/>
                        <a:pt x="355344" y="176312"/>
                      </a:cubicBezTo>
                      <a:cubicBezTo>
                        <a:pt x="473771" y="117588"/>
                        <a:pt x="592251" y="58907"/>
                        <a:pt x="710687" y="87"/>
                      </a:cubicBezTo>
                      <a:cubicBezTo>
                        <a:pt x="710599" y="16635"/>
                        <a:pt x="710582" y="33183"/>
                        <a:pt x="710634" y="49730"/>
                      </a:cubicBezTo>
                      <a:cubicBezTo>
                        <a:pt x="592154" y="108425"/>
                        <a:pt x="473706" y="167184"/>
                        <a:pt x="355291" y="226007"/>
                      </a:cubicBezTo>
                      <a:cubicBezTo>
                        <a:pt x="236896" y="167206"/>
                        <a:pt x="118481" y="108448"/>
                        <a:pt x="44" y="49730"/>
                      </a:cubicBezTo>
                      <a:cubicBezTo>
                        <a:pt x="44" y="33130"/>
                        <a:pt x="44" y="16565"/>
                        <a:pt x="0" y="0"/>
                      </a:cubicBezTo>
                      <a:close/>
                    </a:path>
                  </a:pathLst>
                </a:custGeom>
                <a:grpFill/>
                <a:ln w="8770" cap="flat">
                  <a:noFill/>
                  <a:prstDash val="solid"/>
                  <a:miter/>
                </a:ln>
              </p:spPr>
              <p:txBody>
                <a:bodyPr rtlCol="0" anchor="ctr"/>
                <a:lstStyle/>
                <a:p>
                  <a:endParaRPr lang="en-IN"/>
                </a:p>
              </p:txBody>
            </p:sp>
            <p:sp>
              <p:nvSpPr>
                <p:cNvPr id="49" name="Freeform: Shape 48">
                  <a:extLst>
                    <a:ext uri="{FF2B5EF4-FFF2-40B4-BE49-F238E27FC236}">
                      <a16:creationId xmlns:a16="http://schemas.microsoft.com/office/drawing/2014/main" id="{A9ED81D4-3846-4279-8E39-815CBB8322BB}"/>
                    </a:ext>
                  </a:extLst>
                </p:cNvPr>
                <p:cNvSpPr/>
                <p:nvPr/>
              </p:nvSpPr>
              <p:spPr>
                <a:xfrm>
                  <a:off x="9852963" y="4451047"/>
                  <a:ext cx="202660" cy="88922"/>
                </a:xfrm>
                <a:custGeom>
                  <a:avLst/>
                  <a:gdLst>
                    <a:gd name="connsiteX0" fmla="*/ 0 w 202660"/>
                    <a:gd name="connsiteY0" fmla="*/ 58575 h 88922"/>
                    <a:gd name="connsiteX1" fmla="*/ 92173 w 202660"/>
                    <a:gd name="connsiteY1" fmla="*/ 514 h 88922"/>
                    <a:gd name="connsiteX2" fmla="*/ 202660 w 202660"/>
                    <a:gd name="connsiteY2" fmla="*/ 60485 h 88922"/>
                    <a:gd name="connsiteX3" fmla="*/ 145341 w 202660"/>
                    <a:gd name="connsiteY3" fmla="*/ 88923 h 88922"/>
                    <a:gd name="connsiteX4" fmla="*/ 66059 w 202660"/>
                    <a:gd name="connsiteY4" fmla="*/ 38381 h 88922"/>
                    <a:gd name="connsiteX5" fmla="*/ 0 w 202660"/>
                    <a:gd name="connsiteY5" fmla="*/ 58575 h 88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60" h="88922">
                      <a:moveTo>
                        <a:pt x="0" y="58575"/>
                      </a:moveTo>
                      <a:cubicBezTo>
                        <a:pt x="21823" y="28681"/>
                        <a:pt x="53564" y="2817"/>
                        <a:pt x="92173" y="514"/>
                      </a:cubicBezTo>
                      <a:cubicBezTo>
                        <a:pt x="137305" y="-4136"/>
                        <a:pt x="179676" y="23325"/>
                        <a:pt x="202660" y="60485"/>
                      </a:cubicBezTo>
                      <a:cubicBezTo>
                        <a:pt x="183607" y="70054"/>
                        <a:pt x="164404" y="79397"/>
                        <a:pt x="145341" y="88923"/>
                      </a:cubicBezTo>
                      <a:cubicBezTo>
                        <a:pt x="127536" y="62125"/>
                        <a:pt x="99277" y="40291"/>
                        <a:pt x="66059" y="38381"/>
                      </a:cubicBezTo>
                      <a:cubicBezTo>
                        <a:pt x="42099" y="35633"/>
                        <a:pt x="19634" y="46136"/>
                        <a:pt x="0" y="58575"/>
                      </a:cubicBezTo>
                      <a:close/>
                    </a:path>
                  </a:pathLst>
                </a:custGeom>
                <a:grpFill/>
                <a:ln w="8770" cap="flat">
                  <a:no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CBE30EB9-A520-44BA-B956-083F95E4CC3E}"/>
                    </a:ext>
                  </a:extLst>
                </p:cNvPr>
                <p:cNvSpPr/>
                <p:nvPr/>
              </p:nvSpPr>
              <p:spPr>
                <a:xfrm>
                  <a:off x="9479667" y="4651032"/>
                  <a:ext cx="1444880" cy="318901"/>
                </a:xfrm>
                <a:custGeom>
                  <a:avLst/>
                  <a:gdLst>
                    <a:gd name="connsiteX0" fmla="*/ 1111786 w 1444880"/>
                    <a:gd name="connsiteY0" fmla="*/ 9 h 318901"/>
                    <a:gd name="connsiteX1" fmla="*/ 1186356 w 1444880"/>
                    <a:gd name="connsiteY1" fmla="*/ 9 h 318901"/>
                    <a:gd name="connsiteX2" fmla="*/ 1186356 w 1444880"/>
                    <a:gd name="connsiteY2" fmla="*/ 312366 h 318901"/>
                    <a:gd name="connsiteX3" fmla="*/ 1111786 w 1444880"/>
                    <a:gd name="connsiteY3" fmla="*/ 312366 h 318901"/>
                    <a:gd name="connsiteX4" fmla="*/ 1111786 w 1444880"/>
                    <a:gd name="connsiteY4" fmla="*/ 9 h 318901"/>
                    <a:gd name="connsiteX5" fmla="*/ 755203 w 1444880"/>
                    <a:gd name="connsiteY5" fmla="*/ 44 h 318901"/>
                    <a:gd name="connsiteX6" fmla="*/ 829834 w 1444880"/>
                    <a:gd name="connsiteY6" fmla="*/ 44 h 318901"/>
                    <a:gd name="connsiteX7" fmla="*/ 829834 w 1444880"/>
                    <a:gd name="connsiteY7" fmla="*/ 56561 h 318901"/>
                    <a:gd name="connsiteX8" fmla="*/ 755203 w 1444880"/>
                    <a:gd name="connsiteY8" fmla="*/ 56561 h 318901"/>
                    <a:gd name="connsiteX9" fmla="*/ 755203 w 1444880"/>
                    <a:gd name="connsiteY9" fmla="*/ 44 h 318901"/>
                    <a:gd name="connsiteX10" fmla="*/ 246420 w 1444880"/>
                    <a:gd name="connsiteY10" fmla="*/ 85382 h 318901"/>
                    <a:gd name="connsiteX11" fmla="*/ 321060 w 1444880"/>
                    <a:gd name="connsiteY11" fmla="*/ 85382 h 318901"/>
                    <a:gd name="connsiteX12" fmla="*/ 321201 w 1444880"/>
                    <a:gd name="connsiteY12" fmla="*/ 219753 h 318901"/>
                    <a:gd name="connsiteX13" fmla="*/ 345486 w 1444880"/>
                    <a:gd name="connsiteY13" fmla="*/ 256555 h 318901"/>
                    <a:gd name="connsiteX14" fmla="*/ 398479 w 1444880"/>
                    <a:gd name="connsiteY14" fmla="*/ 220337 h 318901"/>
                    <a:gd name="connsiteX15" fmla="*/ 399683 w 1444880"/>
                    <a:gd name="connsiteY15" fmla="*/ 85382 h 318901"/>
                    <a:gd name="connsiteX16" fmla="*/ 474367 w 1444880"/>
                    <a:gd name="connsiteY16" fmla="*/ 85382 h 318901"/>
                    <a:gd name="connsiteX17" fmla="*/ 474367 w 1444880"/>
                    <a:gd name="connsiteY17" fmla="*/ 312366 h 318901"/>
                    <a:gd name="connsiteX18" fmla="*/ 401873 w 1444880"/>
                    <a:gd name="connsiteY18" fmla="*/ 312366 h 318901"/>
                    <a:gd name="connsiteX19" fmla="*/ 402233 w 1444880"/>
                    <a:gd name="connsiteY19" fmla="*/ 280806 h 318901"/>
                    <a:gd name="connsiteX20" fmla="*/ 341037 w 1444880"/>
                    <a:gd name="connsiteY20" fmla="*/ 318053 h 318901"/>
                    <a:gd name="connsiteX21" fmla="*/ 267742 w 1444880"/>
                    <a:gd name="connsiteY21" fmla="*/ 296752 h 318901"/>
                    <a:gd name="connsiteX22" fmla="*/ 246578 w 1444880"/>
                    <a:gd name="connsiteY22" fmla="*/ 228546 h 318901"/>
                    <a:gd name="connsiteX23" fmla="*/ 246420 w 1444880"/>
                    <a:gd name="connsiteY23" fmla="*/ 85382 h 318901"/>
                    <a:gd name="connsiteX24" fmla="*/ 755203 w 1444880"/>
                    <a:gd name="connsiteY24" fmla="*/ 85382 h 318901"/>
                    <a:gd name="connsiteX25" fmla="*/ 829834 w 1444880"/>
                    <a:gd name="connsiteY25" fmla="*/ 85347 h 318901"/>
                    <a:gd name="connsiteX26" fmla="*/ 829834 w 1444880"/>
                    <a:gd name="connsiteY26" fmla="*/ 312401 h 318901"/>
                    <a:gd name="connsiteX27" fmla="*/ 755203 w 1444880"/>
                    <a:gd name="connsiteY27" fmla="*/ 312349 h 318901"/>
                    <a:gd name="connsiteX28" fmla="*/ 755203 w 1444880"/>
                    <a:gd name="connsiteY28" fmla="*/ 85382 h 318901"/>
                    <a:gd name="connsiteX29" fmla="*/ 1444840 w 1444880"/>
                    <a:gd name="connsiteY29" fmla="*/ 216743 h 318901"/>
                    <a:gd name="connsiteX30" fmla="*/ 1414128 w 1444880"/>
                    <a:gd name="connsiteY30" fmla="*/ 115948 h 318901"/>
                    <a:gd name="connsiteX31" fmla="*/ 1237625 w 1444880"/>
                    <a:gd name="connsiteY31" fmla="*/ 112982 h 318901"/>
                    <a:gd name="connsiteX32" fmla="*/ 1234583 w 1444880"/>
                    <a:gd name="connsiteY32" fmla="*/ 285307 h 318901"/>
                    <a:gd name="connsiteX33" fmla="*/ 1379124 w 1444880"/>
                    <a:gd name="connsiteY33" fmla="*/ 309758 h 318901"/>
                    <a:gd name="connsiteX34" fmla="*/ 1441218 w 1444880"/>
                    <a:gd name="connsiteY34" fmla="*/ 244073 h 318901"/>
                    <a:gd name="connsiteX35" fmla="*/ 1371941 w 1444880"/>
                    <a:gd name="connsiteY35" fmla="*/ 243985 h 318901"/>
                    <a:gd name="connsiteX36" fmla="*/ 1291454 w 1444880"/>
                    <a:gd name="connsiteY36" fmla="*/ 255369 h 318901"/>
                    <a:gd name="connsiteX37" fmla="*/ 1275249 w 1444880"/>
                    <a:gd name="connsiteY37" fmla="*/ 217066 h 318901"/>
                    <a:gd name="connsiteX38" fmla="*/ 1444840 w 1444880"/>
                    <a:gd name="connsiteY38" fmla="*/ 216743 h 318901"/>
                    <a:gd name="connsiteX39" fmla="*/ 1275469 w 1444880"/>
                    <a:gd name="connsiteY39" fmla="*/ 175099 h 318901"/>
                    <a:gd name="connsiteX40" fmla="*/ 1290609 w 1444880"/>
                    <a:gd name="connsiteY40" fmla="*/ 143626 h 318901"/>
                    <a:gd name="connsiteX41" fmla="*/ 1351665 w 1444880"/>
                    <a:gd name="connsiteY41" fmla="*/ 138183 h 318901"/>
                    <a:gd name="connsiteX42" fmla="*/ 1370780 w 1444880"/>
                    <a:gd name="connsiteY42" fmla="*/ 175038 h 318901"/>
                    <a:gd name="connsiteX43" fmla="*/ 1275469 w 1444880"/>
                    <a:gd name="connsiteY43" fmla="*/ 175099 h 318901"/>
                    <a:gd name="connsiteX44" fmla="*/ 652787 w 1444880"/>
                    <a:gd name="connsiteY44" fmla="*/ 44 h 318901"/>
                    <a:gd name="connsiteX45" fmla="*/ 653147 w 1444880"/>
                    <a:gd name="connsiteY45" fmla="*/ 110051 h 318901"/>
                    <a:gd name="connsiteX46" fmla="*/ 532926 w 1444880"/>
                    <a:gd name="connsiteY46" fmla="*/ 95379 h 318901"/>
                    <a:gd name="connsiteX47" fmla="*/ 490379 w 1444880"/>
                    <a:gd name="connsiteY47" fmla="*/ 184590 h 318901"/>
                    <a:gd name="connsiteX48" fmla="*/ 519086 w 1444880"/>
                    <a:gd name="connsiteY48" fmla="*/ 286450 h 318901"/>
                    <a:gd name="connsiteX49" fmla="*/ 618812 w 1444880"/>
                    <a:gd name="connsiteY49" fmla="*/ 314398 h 318901"/>
                    <a:gd name="connsiteX50" fmla="*/ 656717 w 1444880"/>
                    <a:gd name="connsiteY50" fmla="*/ 285551 h 318901"/>
                    <a:gd name="connsiteX51" fmla="*/ 656321 w 1444880"/>
                    <a:gd name="connsiteY51" fmla="*/ 312349 h 318901"/>
                    <a:gd name="connsiteX52" fmla="*/ 727383 w 1444880"/>
                    <a:gd name="connsiteY52" fmla="*/ 312401 h 318901"/>
                    <a:gd name="connsiteX53" fmla="*/ 727427 w 1444880"/>
                    <a:gd name="connsiteY53" fmla="*/ 0 h 318901"/>
                    <a:gd name="connsiteX54" fmla="*/ 652787 w 1444880"/>
                    <a:gd name="connsiteY54" fmla="*/ 44 h 318901"/>
                    <a:gd name="connsiteX55" fmla="*/ 647256 w 1444880"/>
                    <a:gd name="connsiteY55" fmla="*/ 240487 h 318901"/>
                    <a:gd name="connsiteX56" fmla="*/ 582121 w 1444880"/>
                    <a:gd name="connsiteY56" fmla="*/ 250877 h 318901"/>
                    <a:gd name="connsiteX57" fmla="*/ 565072 w 1444880"/>
                    <a:gd name="connsiteY57" fmla="*/ 188096 h 318901"/>
                    <a:gd name="connsiteX58" fmla="*/ 593146 w 1444880"/>
                    <a:gd name="connsiteY58" fmla="*/ 138654 h 318901"/>
                    <a:gd name="connsiteX59" fmla="*/ 646043 w 1444880"/>
                    <a:gd name="connsiteY59" fmla="*/ 155795 h 318901"/>
                    <a:gd name="connsiteX60" fmla="*/ 647256 w 1444880"/>
                    <a:gd name="connsiteY60" fmla="*/ 240487 h 318901"/>
                    <a:gd name="connsiteX61" fmla="*/ 1058309 w 1444880"/>
                    <a:gd name="connsiteY61" fmla="*/ 101249 h 318901"/>
                    <a:gd name="connsiteX62" fmla="*/ 930905 w 1444880"/>
                    <a:gd name="connsiteY62" fmla="*/ 110548 h 318901"/>
                    <a:gd name="connsiteX63" fmla="*/ 931213 w 1444880"/>
                    <a:gd name="connsiteY63" fmla="*/ 44 h 318901"/>
                    <a:gd name="connsiteX64" fmla="*/ 856625 w 1444880"/>
                    <a:gd name="connsiteY64" fmla="*/ 9 h 318901"/>
                    <a:gd name="connsiteX65" fmla="*/ 856625 w 1444880"/>
                    <a:gd name="connsiteY65" fmla="*/ 312401 h 318901"/>
                    <a:gd name="connsiteX66" fmla="*/ 927643 w 1444880"/>
                    <a:gd name="connsiteY66" fmla="*/ 312357 h 318901"/>
                    <a:gd name="connsiteX67" fmla="*/ 927194 w 1444880"/>
                    <a:gd name="connsiteY67" fmla="*/ 285621 h 318901"/>
                    <a:gd name="connsiteX68" fmla="*/ 968168 w 1444880"/>
                    <a:gd name="connsiteY68" fmla="*/ 315367 h 318901"/>
                    <a:gd name="connsiteX69" fmla="*/ 1058248 w 1444880"/>
                    <a:gd name="connsiteY69" fmla="*/ 293576 h 318901"/>
                    <a:gd name="connsiteX70" fmla="*/ 1093919 w 1444880"/>
                    <a:gd name="connsiteY70" fmla="*/ 197439 h 318901"/>
                    <a:gd name="connsiteX71" fmla="*/ 1058309 w 1444880"/>
                    <a:gd name="connsiteY71" fmla="*/ 101249 h 318901"/>
                    <a:gd name="connsiteX72" fmla="*/ 1018338 w 1444880"/>
                    <a:gd name="connsiteY72" fmla="*/ 211518 h 318901"/>
                    <a:gd name="connsiteX73" fmla="*/ 999909 w 1444880"/>
                    <a:gd name="connsiteY73" fmla="*/ 252970 h 318901"/>
                    <a:gd name="connsiteX74" fmla="*/ 937886 w 1444880"/>
                    <a:gd name="connsiteY74" fmla="*/ 243183 h 318901"/>
                    <a:gd name="connsiteX75" fmla="*/ 928733 w 1444880"/>
                    <a:gd name="connsiteY75" fmla="*/ 188934 h 318901"/>
                    <a:gd name="connsiteX76" fmla="*/ 958830 w 1444880"/>
                    <a:gd name="connsiteY76" fmla="*/ 138253 h 318901"/>
                    <a:gd name="connsiteX77" fmla="*/ 1005246 w 1444880"/>
                    <a:gd name="connsiteY77" fmla="*/ 149200 h 318901"/>
                    <a:gd name="connsiteX78" fmla="*/ 1018338 w 1444880"/>
                    <a:gd name="connsiteY78" fmla="*/ 211518 h 318901"/>
                    <a:gd name="connsiteX79" fmla="*/ 223251 w 1444880"/>
                    <a:gd name="connsiteY79" fmla="*/ 197605 h 318901"/>
                    <a:gd name="connsiteX80" fmla="*/ 215443 w 1444880"/>
                    <a:gd name="connsiteY80" fmla="*/ 118163 h 318901"/>
                    <a:gd name="connsiteX81" fmla="*/ 149059 w 1444880"/>
                    <a:gd name="connsiteY81" fmla="*/ 80645 h 318901"/>
                    <a:gd name="connsiteX82" fmla="*/ 39372 w 1444880"/>
                    <a:gd name="connsiteY82" fmla="*/ 97524 h 318901"/>
                    <a:gd name="connsiteX83" fmla="*/ 7587 w 1444880"/>
                    <a:gd name="connsiteY83" fmla="*/ 154879 h 318901"/>
                    <a:gd name="connsiteX84" fmla="*/ 76512 w 1444880"/>
                    <a:gd name="connsiteY84" fmla="*/ 155018 h 318901"/>
                    <a:gd name="connsiteX85" fmla="*/ 97491 w 1444880"/>
                    <a:gd name="connsiteY85" fmla="*/ 129721 h 318901"/>
                    <a:gd name="connsiteX86" fmla="*/ 144848 w 1444880"/>
                    <a:gd name="connsiteY86" fmla="*/ 135444 h 318901"/>
                    <a:gd name="connsiteX87" fmla="*/ 138965 w 1444880"/>
                    <a:gd name="connsiteY87" fmla="*/ 169726 h 318901"/>
                    <a:gd name="connsiteX88" fmla="*/ 38431 w 1444880"/>
                    <a:gd name="connsiteY88" fmla="*/ 190269 h 318901"/>
                    <a:gd name="connsiteX89" fmla="*/ 1247 w 1444880"/>
                    <a:gd name="connsiteY89" fmla="*/ 232829 h 318901"/>
                    <a:gd name="connsiteX90" fmla="*/ 12809 w 1444880"/>
                    <a:gd name="connsiteY90" fmla="*/ 293158 h 318901"/>
                    <a:gd name="connsiteX91" fmla="*/ 86201 w 1444880"/>
                    <a:gd name="connsiteY91" fmla="*/ 318472 h 318901"/>
                    <a:gd name="connsiteX92" fmla="*/ 152620 w 1444880"/>
                    <a:gd name="connsiteY92" fmla="*/ 291500 h 318901"/>
                    <a:gd name="connsiteX93" fmla="*/ 156551 w 1444880"/>
                    <a:gd name="connsiteY93" fmla="*/ 312322 h 318901"/>
                    <a:gd name="connsiteX94" fmla="*/ 231411 w 1444880"/>
                    <a:gd name="connsiteY94" fmla="*/ 312540 h 318901"/>
                    <a:gd name="connsiteX95" fmla="*/ 223251 w 1444880"/>
                    <a:gd name="connsiteY95" fmla="*/ 197605 h 318901"/>
                    <a:gd name="connsiteX96" fmla="*/ 142456 w 1444880"/>
                    <a:gd name="connsiteY96" fmla="*/ 257157 h 318901"/>
                    <a:gd name="connsiteX97" fmla="*/ 88399 w 1444880"/>
                    <a:gd name="connsiteY97" fmla="*/ 270120 h 318901"/>
                    <a:gd name="connsiteX98" fmla="*/ 86746 w 1444880"/>
                    <a:gd name="connsiteY98" fmla="*/ 224760 h 318901"/>
                    <a:gd name="connsiteX99" fmla="*/ 152181 w 1444880"/>
                    <a:gd name="connsiteY99" fmla="*/ 206956 h 318901"/>
                    <a:gd name="connsiteX100" fmla="*/ 142456 w 1444880"/>
                    <a:gd name="connsiteY100" fmla="*/ 257157 h 318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444880" h="318901">
                      <a:moveTo>
                        <a:pt x="1111786" y="9"/>
                      </a:moveTo>
                      <a:cubicBezTo>
                        <a:pt x="1136625" y="44"/>
                        <a:pt x="1161508" y="44"/>
                        <a:pt x="1186356" y="9"/>
                      </a:cubicBezTo>
                      <a:cubicBezTo>
                        <a:pt x="1186312" y="104128"/>
                        <a:pt x="1186356" y="208256"/>
                        <a:pt x="1186356" y="312366"/>
                      </a:cubicBezTo>
                      <a:lnTo>
                        <a:pt x="1111786" y="312366"/>
                      </a:lnTo>
                      <a:cubicBezTo>
                        <a:pt x="1111821" y="208247"/>
                        <a:pt x="1111821" y="104128"/>
                        <a:pt x="1111786" y="9"/>
                      </a:cubicBezTo>
                      <a:close/>
                      <a:moveTo>
                        <a:pt x="755203" y="44"/>
                      </a:moveTo>
                      <a:cubicBezTo>
                        <a:pt x="780068" y="44"/>
                        <a:pt x="804969" y="96"/>
                        <a:pt x="829834" y="44"/>
                      </a:cubicBezTo>
                      <a:cubicBezTo>
                        <a:pt x="829790" y="18883"/>
                        <a:pt x="829790" y="37721"/>
                        <a:pt x="829834" y="56561"/>
                      </a:cubicBezTo>
                      <a:cubicBezTo>
                        <a:pt x="804925" y="56526"/>
                        <a:pt x="780068" y="56561"/>
                        <a:pt x="755203" y="56561"/>
                      </a:cubicBezTo>
                      <a:cubicBezTo>
                        <a:pt x="755203" y="37736"/>
                        <a:pt x="755229" y="18877"/>
                        <a:pt x="755203" y="44"/>
                      </a:cubicBezTo>
                      <a:close/>
                      <a:moveTo>
                        <a:pt x="246420" y="85382"/>
                      </a:moveTo>
                      <a:cubicBezTo>
                        <a:pt x="271285" y="85382"/>
                        <a:pt x="296150" y="85434"/>
                        <a:pt x="321060" y="85382"/>
                      </a:cubicBezTo>
                      <a:cubicBezTo>
                        <a:pt x="321157" y="130166"/>
                        <a:pt x="320752" y="174977"/>
                        <a:pt x="321201" y="219753"/>
                      </a:cubicBezTo>
                      <a:cubicBezTo>
                        <a:pt x="320840" y="235341"/>
                        <a:pt x="328252" y="253625"/>
                        <a:pt x="345486" y="256555"/>
                      </a:cubicBezTo>
                      <a:cubicBezTo>
                        <a:pt x="369999" y="264223"/>
                        <a:pt x="396957" y="245669"/>
                        <a:pt x="398479" y="220337"/>
                      </a:cubicBezTo>
                      <a:cubicBezTo>
                        <a:pt x="401204" y="175448"/>
                        <a:pt x="398927" y="130349"/>
                        <a:pt x="399683" y="85382"/>
                      </a:cubicBezTo>
                      <a:cubicBezTo>
                        <a:pt x="424549" y="85434"/>
                        <a:pt x="449458" y="85434"/>
                        <a:pt x="474367" y="85382"/>
                      </a:cubicBezTo>
                      <a:lnTo>
                        <a:pt x="474367" y="312366"/>
                      </a:lnTo>
                      <a:lnTo>
                        <a:pt x="401873" y="312366"/>
                      </a:lnTo>
                      <a:cubicBezTo>
                        <a:pt x="401916" y="301828"/>
                        <a:pt x="402004" y="291282"/>
                        <a:pt x="402233" y="280806"/>
                      </a:cubicBezTo>
                      <a:cubicBezTo>
                        <a:pt x="387321" y="300110"/>
                        <a:pt x="365946" y="315341"/>
                        <a:pt x="341037" y="318053"/>
                      </a:cubicBezTo>
                      <a:cubicBezTo>
                        <a:pt x="315415" y="320522"/>
                        <a:pt x="286127" y="316370"/>
                        <a:pt x="267742" y="296752"/>
                      </a:cubicBezTo>
                      <a:cubicBezTo>
                        <a:pt x="251044" y="278328"/>
                        <a:pt x="247334" y="252377"/>
                        <a:pt x="246578" y="228546"/>
                      </a:cubicBezTo>
                      <a:cubicBezTo>
                        <a:pt x="246244" y="180830"/>
                        <a:pt x="246560" y="133141"/>
                        <a:pt x="246420" y="85382"/>
                      </a:cubicBezTo>
                      <a:close/>
                      <a:moveTo>
                        <a:pt x="755203" y="85382"/>
                      </a:moveTo>
                      <a:cubicBezTo>
                        <a:pt x="780068" y="85382"/>
                        <a:pt x="804969" y="85382"/>
                        <a:pt x="829834" y="85347"/>
                      </a:cubicBezTo>
                      <a:cubicBezTo>
                        <a:pt x="829790" y="161029"/>
                        <a:pt x="829790" y="236719"/>
                        <a:pt x="829834" y="312401"/>
                      </a:cubicBezTo>
                      <a:cubicBezTo>
                        <a:pt x="804969" y="312349"/>
                        <a:pt x="780068" y="312349"/>
                        <a:pt x="755203" y="312349"/>
                      </a:cubicBezTo>
                      <a:cubicBezTo>
                        <a:pt x="755229" y="236719"/>
                        <a:pt x="755229" y="161029"/>
                        <a:pt x="755203" y="85382"/>
                      </a:cubicBezTo>
                      <a:close/>
                      <a:moveTo>
                        <a:pt x="1444840" y="216743"/>
                      </a:moveTo>
                      <a:cubicBezTo>
                        <a:pt x="1445500" y="181240"/>
                        <a:pt x="1438228" y="143504"/>
                        <a:pt x="1414128" y="115948"/>
                      </a:cubicBezTo>
                      <a:cubicBezTo>
                        <a:pt x="1370306" y="66025"/>
                        <a:pt x="1284182" y="67587"/>
                        <a:pt x="1237625" y="112982"/>
                      </a:cubicBezTo>
                      <a:cubicBezTo>
                        <a:pt x="1190304" y="156903"/>
                        <a:pt x="1189591" y="239606"/>
                        <a:pt x="1234583" y="285307"/>
                      </a:cubicBezTo>
                      <a:cubicBezTo>
                        <a:pt x="1272092" y="321264"/>
                        <a:pt x="1331539" y="326532"/>
                        <a:pt x="1379124" y="309758"/>
                      </a:cubicBezTo>
                      <a:cubicBezTo>
                        <a:pt x="1409257" y="299473"/>
                        <a:pt x="1431933" y="274002"/>
                        <a:pt x="1441218" y="244073"/>
                      </a:cubicBezTo>
                      <a:cubicBezTo>
                        <a:pt x="1418093" y="243863"/>
                        <a:pt x="1395004" y="244038"/>
                        <a:pt x="1371941" y="243985"/>
                      </a:cubicBezTo>
                      <a:cubicBezTo>
                        <a:pt x="1356431" y="271891"/>
                        <a:pt x="1314086" y="277273"/>
                        <a:pt x="1291454" y="255369"/>
                      </a:cubicBezTo>
                      <a:cubicBezTo>
                        <a:pt x="1280647" y="245486"/>
                        <a:pt x="1278300" y="230517"/>
                        <a:pt x="1275249" y="217066"/>
                      </a:cubicBezTo>
                      <a:cubicBezTo>
                        <a:pt x="1331785" y="216351"/>
                        <a:pt x="1388278" y="216961"/>
                        <a:pt x="1444840" y="216743"/>
                      </a:cubicBezTo>
                      <a:close/>
                      <a:moveTo>
                        <a:pt x="1275469" y="175099"/>
                      </a:moveTo>
                      <a:cubicBezTo>
                        <a:pt x="1279223" y="164125"/>
                        <a:pt x="1282388" y="152314"/>
                        <a:pt x="1290609" y="143626"/>
                      </a:cubicBezTo>
                      <a:cubicBezTo>
                        <a:pt x="1305469" y="126668"/>
                        <a:pt x="1334142" y="123301"/>
                        <a:pt x="1351665" y="138183"/>
                      </a:cubicBezTo>
                      <a:cubicBezTo>
                        <a:pt x="1363412" y="146950"/>
                        <a:pt x="1367342" y="161613"/>
                        <a:pt x="1370780" y="175038"/>
                      </a:cubicBezTo>
                      <a:cubicBezTo>
                        <a:pt x="1338995" y="175640"/>
                        <a:pt x="1307227" y="175518"/>
                        <a:pt x="1275469" y="175099"/>
                      </a:cubicBezTo>
                      <a:close/>
                      <a:moveTo>
                        <a:pt x="652787" y="44"/>
                      </a:moveTo>
                      <a:cubicBezTo>
                        <a:pt x="652971" y="36716"/>
                        <a:pt x="652382" y="73388"/>
                        <a:pt x="653147" y="110051"/>
                      </a:cubicBezTo>
                      <a:cubicBezTo>
                        <a:pt x="625195" y="74138"/>
                        <a:pt x="568993" y="68939"/>
                        <a:pt x="532926" y="95379"/>
                      </a:cubicBezTo>
                      <a:cubicBezTo>
                        <a:pt x="504983" y="115895"/>
                        <a:pt x="491988" y="151058"/>
                        <a:pt x="490379" y="184590"/>
                      </a:cubicBezTo>
                      <a:cubicBezTo>
                        <a:pt x="488726" y="220198"/>
                        <a:pt x="495742" y="258274"/>
                        <a:pt x="519086" y="286450"/>
                      </a:cubicBezTo>
                      <a:cubicBezTo>
                        <a:pt x="542308" y="315009"/>
                        <a:pt x="584090" y="325643"/>
                        <a:pt x="618812" y="314398"/>
                      </a:cubicBezTo>
                      <a:cubicBezTo>
                        <a:pt x="634480" y="309435"/>
                        <a:pt x="646131" y="297441"/>
                        <a:pt x="656717" y="285551"/>
                      </a:cubicBezTo>
                      <a:cubicBezTo>
                        <a:pt x="656515" y="294484"/>
                        <a:pt x="656383" y="303416"/>
                        <a:pt x="656321" y="312349"/>
                      </a:cubicBezTo>
                      <a:cubicBezTo>
                        <a:pt x="680017" y="312401"/>
                        <a:pt x="703687" y="312349"/>
                        <a:pt x="727383" y="312401"/>
                      </a:cubicBezTo>
                      <a:cubicBezTo>
                        <a:pt x="727427" y="208247"/>
                        <a:pt x="727339" y="104119"/>
                        <a:pt x="727427" y="0"/>
                      </a:cubicBezTo>
                      <a:cubicBezTo>
                        <a:pt x="702517" y="96"/>
                        <a:pt x="677652" y="44"/>
                        <a:pt x="652787" y="44"/>
                      </a:cubicBezTo>
                      <a:close/>
                      <a:moveTo>
                        <a:pt x="647256" y="240487"/>
                      </a:moveTo>
                      <a:cubicBezTo>
                        <a:pt x="636679" y="264886"/>
                        <a:pt x="600110" y="269623"/>
                        <a:pt x="582121" y="250877"/>
                      </a:cubicBezTo>
                      <a:cubicBezTo>
                        <a:pt x="566681" y="234137"/>
                        <a:pt x="563779" y="209826"/>
                        <a:pt x="565072" y="188096"/>
                      </a:cubicBezTo>
                      <a:cubicBezTo>
                        <a:pt x="566232" y="168810"/>
                        <a:pt x="574225" y="147019"/>
                        <a:pt x="593146" y="138654"/>
                      </a:cubicBezTo>
                      <a:cubicBezTo>
                        <a:pt x="611892" y="130899"/>
                        <a:pt x="636758" y="136787"/>
                        <a:pt x="646043" y="155795"/>
                      </a:cubicBezTo>
                      <a:cubicBezTo>
                        <a:pt x="658818" y="181807"/>
                        <a:pt x="658722" y="214048"/>
                        <a:pt x="647256" y="240487"/>
                      </a:cubicBezTo>
                      <a:close/>
                      <a:moveTo>
                        <a:pt x="1058309" y="101249"/>
                      </a:moveTo>
                      <a:cubicBezTo>
                        <a:pt x="1023078" y="68572"/>
                        <a:pt x="960307" y="71451"/>
                        <a:pt x="930905" y="110548"/>
                      </a:cubicBezTo>
                      <a:cubicBezTo>
                        <a:pt x="931476" y="73693"/>
                        <a:pt x="930984" y="36846"/>
                        <a:pt x="931213" y="44"/>
                      </a:cubicBezTo>
                      <a:cubicBezTo>
                        <a:pt x="906303" y="44"/>
                        <a:pt x="881438" y="96"/>
                        <a:pt x="856625" y="9"/>
                      </a:cubicBezTo>
                      <a:cubicBezTo>
                        <a:pt x="856660" y="104128"/>
                        <a:pt x="856660" y="208256"/>
                        <a:pt x="856625" y="312401"/>
                      </a:cubicBezTo>
                      <a:cubicBezTo>
                        <a:pt x="880268" y="312357"/>
                        <a:pt x="903938" y="312401"/>
                        <a:pt x="927643" y="312357"/>
                      </a:cubicBezTo>
                      <a:cubicBezTo>
                        <a:pt x="927502" y="303451"/>
                        <a:pt x="927379" y="294510"/>
                        <a:pt x="927194" y="285621"/>
                      </a:cubicBezTo>
                      <a:cubicBezTo>
                        <a:pt x="938475" y="298226"/>
                        <a:pt x="951207" y="310822"/>
                        <a:pt x="968168" y="315367"/>
                      </a:cubicBezTo>
                      <a:cubicBezTo>
                        <a:pt x="999153" y="323915"/>
                        <a:pt x="1035114" y="316222"/>
                        <a:pt x="1058248" y="293576"/>
                      </a:cubicBezTo>
                      <a:cubicBezTo>
                        <a:pt x="1083782" y="268681"/>
                        <a:pt x="1093295" y="231974"/>
                        <a:pt x="1093919" y="197439"/>
                      </a:cubicBezTo>
                      <a:cubicBezTo>
                        <a:pt x="1094728" y="162712"/>
                        <a:pt x="1084678" y="125465"/>
                        <a:pt x="1058309" y="101249"/>
                      </a:cubicBezTo>
                      <a:close/>
                      <a:moveTo>
                        <a:pt x="1018338" y="211518"/>
                      </a:moveTo>
                      <a:cubicBezTo>
                        <a:pt x="1016325" y="226583"/>
                        <a:pt x="1011515" y="242433"/>
                        <a:pt x="999909" y="252970"/>
                      </a:cubicBezTo>
                      <a:cubicBezTo>
                        <a:pt x="982051" y="268654"/>
                        <a:pt x="949466" y="264528"/>
                        <a:pt x="937886" y="243183"/>
                      </a:cubicBezTo>
                      <a:cubicBezTo>
                        <a:pt x="929050" y="226705"/>
                        <a:pt x="928074" y="207226"/>
                        <a:pt x="928733" y="188934"/>
                      </a:cubicBezTo>
                      <a:cubicBezTo>
                        <a:pt x="929639" y="168766"/>
                        <a:pt x="938291" y="145877"/>
                        <a:pt x="958830" y="138253"/>
                      </a:cubicBezTo>
                      <a:cubicBezTo>
                        <a:pt x="974542" y="132504"/>
                        <a:pt x="994677" y="135287"/>
                        <a:pt x="1005246" y="149200"/>
                      </a:cubicBezTo>
                      <a:cubicBezTo>
                        <a:pt x="1019103" y="166611"/>
                        <a:pt x="1020572" y="190269"/>
                        <a:pt x="1018338" y="211518"/>
                      </a:cubicBezTo>
                      <a:close/>
                      <a:moveTo>
                        <a:pt x="223251" y="197605"/>
                      </a:moveTo>
                      <a:cubicBezTo>
                        <a:pt x="222003" y="171174"/>
                        <a:pt x="227498" y="142876"/>
                        <a:pt x="215443" y="118163"/>
                      </a:cubicBezTo>
                      <a:cubicBezTo>
                        <a:pt x="203301" y="93634"/>
                        <a:pt x="174813" y="83489"/>
                        <a:pt x="149059" y="80645"/>
                      </a:cubicBezTo>
                      <a:cubicBezTo>
                        <a:pt x="112183" y="77104"/>
                        <a:pt x="71746" y="77156"/>
                        <a:pt x="39372" y="97524"/>
                      </a:cubicBezTo>
                      <a:cubicBezTo>
                        <a:pt x="19509" y="109789"/>
                        <a:pt x="10049" y="132565"/>
                        <a:pt x="7587" y="154879"/>
                      </a:cubicBezTo>
                      <a:cubicBezTo>
                        <a:pt x="30570" y="155062"/>
                        <a:pt x="53519" y="154879"/>
                        <a:pt x="76512" y="155018"/>
                      </a:cubicBezTo>
                      <a:cubicBezTo>
                        <a:pt x="81506" y="145275"/>
                        <a:pt x="86148" y="133586"/>
                        <a:pt x="97491" y="129721"/>
                      </a:cubicBezTo>
                      <a:cubicBezTo>
                        <a:pt x="112843" y="124688"/>
                        <a:pt x="131685" y="125360"/>
                        <a:pt x="144848" y="135444"/>
                      </a:cubicBezTo>
                      <a:cubicBezTo>
                        <a:pt x="156682" y="144132"/>
                        <a:pt x="154273" y="166402"/>
                        <a:pt x="138965" y="169726"/>
                      </a:cubicBezTo>
                      <a:cubicBezTo>
                        <a:pt x="105932" y="178545"/>
                        <a:pt x="70304" y="176730"/>
                        <a:pt x="38431" y="190269"/>
                      </a:cubicBezTo>
                      <a:cubicBezTo>
                        <a:pt x="20222" y="197483"/>
                        <a:pt x="4149" y="212983"/>
                        <a:pt x="1247" y="232829"/>
                      </a:cubicBezTo>
                      <a:cubicBezTo>
                        <a:pt x="-1162" y="253258"/>
                        <a:pt x="-1382" y="276592"/>
                        <a:pt x="12809" y="293158"/>
                      </a:cubicBezTo>
                      <a:cubicBezTo>
                        <a:pt x="30131" y="314538"/>
                        <a:pt x="59902" y="320435"/>
                        <a:pt x="86201" y="318472"/>
                      </a:cubicBezTo>
                      <a:cubicBezTo>
                        <a:pt x="110706" y="317460"/>
                        <a:pt x="134314" y="307629"/>
                        <a:pt x="152620" y="291500"/>
                      </a:cubicBezTo>
                      <a:cubicBezTo>
                        <a:pt x="153834" y="298409"/>
                        <a:pt x="155170" y="305361"/>
                        <a:pt x="156551" y="312322"/>
                      </a:cubicBezTo>
                      <a:cubicBezTo>
                        <a:pt x="181504" y="312505"/>
                        <a:pt x="206457" y="312183"/>
                        <a:pt x="231411" y="312540"/>
                      </a:cubicBezTo>
                      <a:cubicBezTo>
                        <a:pt x="218389" y="275650"/>
                        <a:pt x="224772" y="235882"/>
                        <a:pt x="223251" y="197605"/>
                      </a:cubicBezTo>
                      <a:close/>
                      <a:moveTo>
                        <a:pt x="142456" y="257157"/>
                      </a:moveTo>
                      <a:cubicBezTo>
                        <a:pt x="131078" y="274333"/>
                        <a:pt x="106433" y="276008"/>
                        <a:pt x="88399" y="270120"/>
                      </a:cubicBezTo>
                      <a:cubicBezTo>
                        <a:pt x="69478" y="263063"/>
                        <a:pt x="68889" y="233439"/>
                        <a:pt x="86746" y="224760"/>
                      </a:cubicBezTo>
                      <a:cubicBezTo>
                        <a:pt x="107189" y="214754"/>
                        <a:pt x="130709" y="214048"/>
                        <a:pt x="152181" y="206956"/>
                      </a:cubicBezTo>
                      <a:cubicBezTo>
                        <a:pt x="150985" y="223826"/>
                        <a:pt x="151873" y="242267"/>
                        <a:pt x="142456" y="257157"/>
                      </a:cubicBezTo>
                      <a:close/>
                    </a:path>
                  </a:pathLst>
                </a:custGeom>
                <a:grpFill/>
                <a:ln w="8770" cap="flat">
                  <a:noFill/>
                  <a:prstDash val="solid"/>
                  <a:miter/>
                </a:ln>
              </p:spPr>
              <p:txBody>
                <a:bodyPr rtlCol="0" anchor="ctr"/>
                <a:lstStyle/>
                <a:p>
                  <a:endParaRPr lang="en-IN"/>
                </a:p>
              </p:txBody>
            </p:sp>
          </p:grpSp>
        </p:grpSp>
        <p:grpSp>
          <p:nvGrpSpPr>
            <p:cNvPr id="61" name="Group 60">
              <a:extLst>
                <a:ext uri="{FF2B5EF4-FFF2-40B4-BE49-F238E27FC236}">
                  <a16:creationId xmlns:a16="http://schemas.microsoft.com/office/drawing/2014/main" id="{34C59BD6-A6B4-4AAD-9BB9-B55457673C43}"/>
                </a:ext>
              </a:extLst>
            </p:cNvPr>
            <p:cNvGrpSpPr/>
            <p:nvPr/>
          </p:nvGrpSpPr>
          <p:grpSpPr>
            <a:xfrm>
              <a:off x="6876736" y="636214"/>
              <a:ext cx="1112211" cy="1112211"/>
              <a:chOff x="10357336" y="4989998"/>
              <a:chExt cx="1259505" cy="1259505"/>
            </a:xfrm>
          </p:grpSpPr>
          <p:sp>
            <p:nvSpPr>
              <p:cNvPr id="11" name="Oval 10">
                <a:extLst>
                  <a:ext uri="{FF2B5EF4-FFF2-40B4-BE49-F238E27FC236}">
                    <a16:creationId xmlns:a16="http://schemas.microsoft.com/office/drawing/2014/main" id="{C66FC533-5ECE-41BD-BEA7-1858234E72F5}"/>
                  </a:ext>
                </a:extLst>
              </p:cNvPr>
              <p:cNvSpPr/>
              <p:nvPr/>
            </p:nvSpPr>
            <p:spPr>
              <a:xfrm>
                <a:off x="10357336" y="4989998"/>
                <a:ext cx="1259505" cy="1259505"/>
              </a:xfrm>
              <a:prstGeom prst="ellipse">
                <a:avLst/>
              </a:prstGeom>
              <a:solidFill>
                <a:srgbClr val="0067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5" name="Picture 54" descr="Logo&#10;&#10;Description automatically generated">
                <a:extLst>
                  <a:ext uri="{FF2B5EF4-FFF2-40B4-BE49-F238E27FC236}">
                    <a16:creationId xmlns:a16="http://schemas.microsoft.com/office/drawing/2014/main" id="{B3809C68-6ADE-433E-8651-715501D3F762}"/>
                  </a:ext>
                </a:extLst>
              </p:cNvPr>
              <p:cNvPicPr>
                <a:picLocks noChangeAspect="1"/>
              </p:cNvPicPr>
              <p:nvPr/>
            </p:nvPicPr>
            <p:blipFill>
              <a:blip r:embed="rId12">
                <a:biLevel thresh="25000"/>
                <a:extLst>
                  <a:ext uri="{28A0092B-C50C-407E-A947-70E740481C1C}">
                    <a14:useLocalDpi xmlns:a14="http://schemas.microsoft.com/office/drawing/2010/main" val="0"/>
                  </a:ext>
                </a:extLst>
              </a:blip>
              <a:stretch>
                <a:fillRect/>
              </a:stretch>
            </p:blipFill>
            <p:spPr>
              <a:xfrm>
                <a:off x="10613967" y="5399977"/>
                <a:ext cx="758928" cy="439546"/>
              </a:xfrm>
              <a:prstGeom prst="rect">
                <a:avLst/>
              </a:prstGeom>
            </p:spPr>
          </p:pic>
        </p:grpSp>
      </p:grpSp>
      <p:sp>
        <p:nvSpPr>
          <p:cNvPr id="88" name="TextBox 87">
            <a:extLst>
              <a:ext uri="{FF2B5EF4-FFF2-40B4-BE49-F238E27FC236}">
                <a16:creationId xmlns:a16="http://schemas.microsoft.com/office/drawing/2014/main" id="{AEE66DD6-28FB-4D34-B358-0395924D5DA0}"/>
              </a:ext>
            </a:extLst>
          </p:cNvPr>
          <p:cNvSpPr txBox="1"/>
          <p:nvPr/>
        </p:nvSpPr>
        <p:spPr>
          <a:xfrm>
            <a:off x="597293" y="275962"/>
            <a:ext cx="3355406" cy="769441"/>
          </a:xfrm>
          <a:prstGeom prst="rect">
            <a:avLst/>
          </a:prstGeom>
          <a:noFill/>
        </p:spPr>
        <p:txBody>
          <a:bodyPr wrap="none" rtlCol="0">
            <a:spAutoFit/>
          </a:bodyPr>
          <a:lstStyle/>
          <a:p>
            <a:r>
              <a:rPr lang="en-IN" sz="4400" dirty="0">
                <a:latin typeface="Fira Sans Medium" panose="020B0603050000020004" pitchFamily="34" charset="0"/>
              </a:rPr>
              <a:t>Subsidiaries</a:t>
            </a:r>
            <a:endParaRPr lang="en-IN" sz="3600" dirty="0">
              <a:latin typeface="Fira Sans Medium" panose="020B0603050000020004" pitchFamily="34" charset="0"/>
            </a:endParaRPr>
          </a:p>
        </p:txBody>
      </p:sp>
      <p:grpSp>
        <p:nvGrpSpPr>
          <p:cNvPr id="65" name="Group 64">
            <a:extLst>
              <a:ext uri="{FF2B5EF4-FFF2-40B4-BE49-F238E27FC236}">
                <a16:creationId xmlns:a16="http://schemas.microsoft.com/office/drawing/2014/main" id="{D58710CA-297C-4A27-A56F-127ECD2FF7BA}"/>
              </a:ext>
            </a:extLst>
          </p:cNvPr>
          <p:cNvGrpSpPr/>
          <p:nvPr/>
        </p:nvGrpSpPr>
        <p:grpSpPr>
          <a:xfrm rot="12147091">
            <a:off x="10215311" y="5533587"/>
            <a:ext cx="2210578" cy="2419013"/>
            <a:chOff x="-447720" y="-856723"/>
            <a:chExt cx="2210578" cy="2419013"/>
          </a:xfrm>
        </p:grpSpPr>
        <p:sp>
          <p:nvSpPr>
            <p:cNvPr id="66" name="Graphic 4">
              <a:extLst>
                <a:ext uri="{FF2B5EF4-FFF2-40B4-BE49-F238E27FC236}">
                  <a16:creationId xmlns:a16="http://schemas.microsoft.com/office/drawing/2014/main" id="{0E6F84CF-D2ED-4815-9903-F856C033FE84}"/>
                </a:ext>
              </a:extLst>
            </p:cNvPr>
            <p:cNvSpPr/>
            <p:nvPr/>
          </p:nvSpPr>
          <p:spPr>
            <a:xfrm rot="2476041">
              <a:off x="-269976" y="-648288"/>
              <a:ext cx="1251936" cy="2210578"/>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131921"/>
            </a:solidFill>
            <a:ln w="9525" cap="flat">
              <a:noFill/>
              <a:prstDash val="solid"/>
              <a:miter/>
            </a:ln>
          </p:spPr>
          <p:txBody>
            <a:bodyPr rtlCol="0" anchor="ctr"/>
            <a:lstStyle/>
            <a:p>
              <a:endParaRPr lang="en-IN" dirty="0"/>
            </a:p>
          </p:txBody>
        </p:sp>
        <p:sp>
          <p:nvSpPr>
            <p:cNvPr id="67" name="Graphic 4">
              <a:extLst>
                <a:ext uri="{FF2B5EF4-FFF2-40B4-BE49-F238E27FC236}">
                  <a16:creationId xmlns:a16="http://schemas.microsoft.com/office/drawing/2014/main" id="{28251FD8-FF15-41FD-AF53-8F9FB476DFCA}"/>
                </a:ext>
              </a:extLst>
            </p:cNvPr>
            <p:cNvSpPr/>
            <p:nvPr/>
          </p:nvSpPr>
          <p:spPr>
            <a:xfrm rot="15002268" flipH="1">
              <a:off x="31601" y="-1336044"/>
              <a:ext cx="1251936" cy="2210578"/>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232F3E"/>
            </a:solidFill>
            <a:ln w="9525" cap="flat">
              <a:noFill/>
              <a:prstDash val="solid"/>
              <a:miter/>
            </a:ln>
          </p:spPr>
          <p:txBody>
            <a:bodyPr rtlCol="0" anchor="ctr"/>
            <a:lstStyle/>
            <a:p>
              <a:endParaRPr lang="en-IN" dirty="0"/>
            </a:p>
          </p:txBody>
        </p:sp>
      </p:grpSp>
      <p:sp>
        <p:nvSpPr>
          <p:cNvPr id="68" name="Graphic 11">
            <a:extLst>
              <a:ext uri="{FF2B5EF4-FFF2-40B4-BE49-F238E27FC236}">
                <a16:creationId xmlns:a16="http://schemas.microsoft.com/office/drawing/2014/main" id="{1D9FDE98-6960-4232-8830-D31133DD0522}"/>
              </a:ext>
            </a:extLst>
          </p:cNvPr>
          <p:cNvSpPr/>
          <p:nvPr/>
        </p:nvSpPr>
        <p:spPr>
          <a:xfrm rot="7707741">
            <a:off x="11670176" y="5713437"/>
            <a:ext cx="775163" cy="720875"/>
          </a:xfrm>
          <a:custGeom>
            <a:avLst/>
            <a:gdLst>
              <a:gd name="connsiteX0" fmla="*/ 1051454 w 1444799"/>
              <a:gd name="connsiteY0" fmla="*/ 206792 h 1343613"/>
              <a:gd name="connsiteX1" fmla="*/ 1253384 w 1444799"/>
              <a:gd name="connsiteY1" fmla="*/ 532548 h 1343613"/>
              <a:gd name="connsiteX2" fmla="*/ 1443884 w 1444799"/>
              <a:gd name="connsiteY2" fmla="*/ 904023 h 1343613"/>
              <a:gd name="connsiteX3" fmla="*/ 1145752 w 1444799"/>
              <a:gd name="connsiteY3" fmla="*/ 1165960 h 1343613"/>
              <a:gd name="connsiteX4" fmla="*/ 728556 w 1444799"/>
              <a:gd name="connsiteY4" fmla="*/ 1305025 h 1343613"/>
              <a:gd name="connsiteX5" fmla="*/ 267546 w 1444799"/>
              <a:gd name="connsiteY5" fmla="*/ 1305025 h 1343613"/>
              <a:gd name="connsiteX6" fmla="*/ 21801 w 1444799"/>
              <a:gd name="connsiteY6" fmla="*/ 912595 h 1343613"/>
              <a:gd name="connsiteX7" fmla="*/ 64664 w 1444799"/>
              <a:gd name="connsiteY7" fmla="*/ 463968 h 1343613"/>
              <a:gd name="connsiteX8" fmla="*/ 405659 w 1444799"/>
              <a:gd name="connsiteY8" fmla="*/ 187742 h 1343613"/>
              <a:gd name="connsiteX9" fmla="*/ 753321 w 1444799"/>
              <a:gd name="connsiteY9" fmla="*/ 100 h 1343613"/>
              <a:gd name="connsiteX10" fmla="*/ 1051454 w 1444799"/>
              <a:gd name="connsiteY10" fmla="*/ 206792 h 1343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4799" h="1343613">
                <a:moveTo>
                  <a:pt x="1051454" y="206792"/>
                </a:moveTo>
                <a:cubicBezTo>
                  <a:pt x="1128607" y="309663"/>
                  <a:pt x="1171469" y="411580"/>
                  <a:pt x="1253384" y="532548"/>
                </a:cubicBezTo>
                <a:cubicBezTo>
                  <a:pt x="1336252" y="652563"/>
                  <a:pt x="1457219" y="791628"/>
                  <a:pt x="1443884" y="904023"/>
                </a:cubicBezTo>
                <a:cubicBezTo>
                  <a:pt x="1430549" y="1016418"/>
                  <a:pt x="1282912" y="1102143"/>
                  <a:pt x="1145752" y="1165960"/>
                </a:cubicBezTo>
                <a:cubicBezTo>
                  <a:pt x="1008591" y="1228825"/>
                  <a:pt x="880956" y="1269783"/>
                  <a:pt x="728556" y="1305025"/>
                </a:cubicBezTo>
                <a:cubicBezTo>
                  <a:pt x="575204" y="1340268"/>
                  <a:pt x="397086" y="1370748"/>
                  <a:pt x="267546" y="1305025"/>
                </a:cubicBezTo>
                <a:cubicBezTo>
                  <a:pt x="138959" y="1239303"/>
                  <a:pt x="58949" y="1076425"/>
                  <a:pt x="21801" y="912595"/>
                </a:cubicBezTo>
                <a:cubicBezTo>
                  <a:pt x="-14394" y="748765"/>
                  <a:pt x="-8679" y="583030"/>
                  <a:pt x="64664" y="463968"/>
                </a:cubicBezTo>
                <a:cubicBezTo>
                  <a:pt x="138006" y="345858"/>
                  <a:pt x="278976" y="274420"/>
                  <a:pt x="405659" y="187742"/>
                </a:cubicBezTo>
                <a:cubicBezTo>
                  <a:pt x="531389" y="101065"/>
                  <a:pt x="642831" y="100"/>
                  <a:pt x="753321" y="100"/>
                </a:cubicBezTo>
                <a:cubicBezTo>
                  <a:pt x="864764" y="1052"/>
                  <a:pt x="974301" y="104875"/>
                  <a:pt x="1051454" y="206792"/>
                </a:cubicBezTo>
                <a:close/>
              </a:path>
            </a:pathLst>
          </a:custGeom>
          <a:solidFill>
            <a:srgbClr val="FF9900"/>
          </a:solidFill>
          <a:ln w="9525" cap="flat">
            <a:noFill/>
            <a:prstDash val="solid"/>
            <a:miter/>
          </a:ln>
        </p:spPr>
        <p:txBody>
          <a:bodyPr rtlCol="0" anchor="ctr"/>
          <a:lstStyle/>
          <a:p>
            <a:endParaRPr lang="en-IN"/>
          </a:p>
        </p:txBody>
      </p:sp>
    </p:spTree>
    <p:extLst>
      <p:ext uri="{BB962C8B-B14F-4D97-AF65-F5344CB8AC3E}">
        <p14:creationId xmlns:p14="http://schemas.microsoft.com/office/powerpoint/2010/main" val="3009980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descr="A blue text on a black background&#10;&#10;Description automatically generated">
            <a:extLst>
              <a:ext uri="{FF2B5EF4-FFF2-40B4-BE49-F238E27FC236}">
                <a16:creationId xmlns:a16="http://schemas.microsoft.com/office/drawing/2014/main" id="{924F0B67-6355-419C-96DE-9A312EAA57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0773" y="2321004"/>
            <a:ext cx="1894699" cy="1065768"/>
          </a:xfrm>
          <a:prstGeom prst="rect">
            <a:avLst/>
          </a:prstGeom>
        </p:spPr>
      </p:pic>
      <p:pic>
        <p:nvPicPr>
          <p:cNvPr id="14" name="Picture 13" descr="A blue circle with a black background&#10;&#10;Description automatically generated">
            <a:extLst>
              <a:ext uri="{FF2B5EF4-FFF2-40B4-BE49-F238E27FC236}">
                <a16:creationId xmlns:a16="http://schemas.microsoft.com/office/drawing/2014/main" id="{B3205589-0FA5-55EB-6213-E6A8E5A029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9492" y="3310069"/>
            <a:ext cx="3109317" cy="3116341"/>
          </a:xfrm>
          <a:prstGeom prst="rect">
            <a:avLst/>
          </a:prstGeom>
        </p:spPr>
      </p:pic>
      <p:sp>
        <p:nvSpPr>
          <p:cNvPr id="15" name="TextBox 14">
            <a:extLst>
              <a:ext uri="{FF2B5EF4-FFF2-40B4-BE49-F238E27FC236}">
                <a16:creationId xmlns:a16="http://schemas.microsoft.com/office/drawing/2014/main" id="{2C327AA5-6513-B817-3524-98C4DB486141}"/>
              </a:ext>
            </a:extLst>
          </p:cNvPr>
          <p:cNvSpPr txBox="1"/>
          <p:nvPr/>
        </p:nvSpPr>
        <p:spPr>
          <a:xfrm>
            <a:off x="4670811" y="155155"/>
            <a:ext cx="7224764" cy="3273845"/>
          </a:xfrm>
          <a:prstGeom prst="rect">
            <a:avLst/>
          </a:prstGeom>
          <a:noFill/>
          <a:ln w="34925">
            <a:solidFill>
              <a:schemeClr val="tx1"/>
            </a:solidFill>
          </a:ln>
        </p:spPr>
        <p:txBody>
          <a:bodyPr wrap="square" rtlCol="0">
            <a:spAutoFit/>
          </a:bodyPr>
          <a:lstStyle/>
          <a:p>
            <a:pPr algn="ctr" defTabSz="850392">
              <a:spcAft>
                <a:spcPts val="600"/>
              </a:spcAft>
            </a:pPr>
            <a:r>
              <a:rPr lang="en-US" sz="3600" kern="1200" dirty="0">
                <a:solidFill>
                  <a:schemeClr val="accent2"/>
                </a:solidFill>
                <a:latin typeface="Fira Sans" panose="020B0503050000020004" pitchFamily="34" charset="0"/>
              </a:rPr>
              <a:t>What is Alexa?</a:t>
            </a:r>
          </a:p>
          <a:p>
            <a:pPr defTabSz="850392">
              <a:spcAft>
                <a:spcPts val="600"/>
              </a:spcAft>
            </a:pPr>
            <a:endParaRPr lang="en-US" sz="1674" kern="1200" dirty="0">
              <a:solidFill>
                <a:schemeClr val="tx1"/>
              </a:solidFill>
              <a:latin typeface="Fira Sans" panose="020B0503050000020004" pitchFamily="34" charset="0"/>
            </a:endParaRPr>
          </a:p>
          <a:p>
            <a:pPr defTabSz="850392">
              <a:spcAft>
                <a:spcPts val="600"/>
              </a:spcAft>
            </a:pPr>
            <a:r>
              <a:rPr lang="en-US" sz="2400" kern="1200" dirty="0">
                <a:latin typeface="Fira Sans" panose="020B0503050000020004" pitchFamily="34" charset="0"/>
              </a:rPr>
              <a:t>Alexa is a cloud-based evolving artificial intelligence assistant service that helps customers everyday life tasks, for example playing music, voice control home appliances, asking general knowledge, placing online shopping lists, telling jokes and so on. </a:t>
            </a:r>
            <a:endParaRPr lang="en-US" sz="2400" dirty="0">
              <a:latin typeface="Fira Sans" panose="020B0503050000020004" pitchFamily="34" charset="0"/>
            </a:endParaRPr>
          </a:p>
        </p:txBody>
      </p:sp>
      <p:pic>
        <p:nvPicPr>
          <p:cNvPr id="17" name="Picture 16" descr="A diagram of different electronic devices&#10;&#10;Description automatically generated">
            <a:extLst>
              <a:ext uri="{FF2B5EF4-FFF2-40B4-BE49-F238E27FC236}">
                <a16:creationId xmlns:a16="http://schemas.microsoft.com/office/drawing/2014/main" id="{9C14BE8A-F022-0395-8953-C656E790B3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57548" y="3651997"/>
            <a:ext cx="3871191" cy="2903393"/>
          </a:xfrm>
          <a:prstGeom prst="rect">
            <a:avLst/>
          </a:prstGeom>
        </p:spPr>
      </p:pic>
      <p:grpSp>
        <p:nvGrpSpPr>
          <p:cNvPr id="2" name="Group 1">
            <a:extLst>
              <a:ext uri="{FF2B5EF4-FFF2-40B4-BE49-F238E27FC236}">
                <a16:creationId xmlns:a16="http://schemas.microsoft.com/office/drawing/2014/main" id="{318CFF12-F393-9611-75C6-7746E86AFBAC}"/>
              </a:ext>
            </a:extLst>
          </p:cNvPr>
          <p:cNvGrpSpPr/>
          <p:nvPr/>
        </p:nvGrpSpPr>
        <p:grpSpPr>
          <a:xfrm rot="12147091">
            <a:off x="10506874" y="5490640"/>
            <a:ext cx="2210578" cy="2419013"/>
            <a:chOff x="-447720" y="-856723"/>
            <a:chExt cx="2210578" cy="2419013"/>
          </a:xfrm>
        </p:grpSpPr>
        <p:sp>
          <p:nvSpPr>
            <p:cNvPr id="3" name="Graphic 4">
              <a:extLst>
                <a:ext uri="{FF2B5EF4-FFF2-40B4-BE49-F238E27FC236}">
                  <a16:creationId xmlns:a16="http://schemas.microsoft.com/office/drawing/2014/main" id="{A6BEBF93-66FC-D44A-942E-F8ED09ED8689}"/>
                </a:ext>
              </a:extLst>
            </p:cNvPr>
            <p:cNvSpPr/>
            <p:nvPr/>
          </p:nvSpPr>
          <p:spPr>
            <a:xfrm rot="2476041">
              <a:off x="-269976" y="-648288"/>
              <a:ext cx="1251936" cy="2210578"/>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131921"/>
            </a:solidFill>
            <a:ln w="9525" cap="flat">
              <a:noFill/>
              <a:prstDash val="solid"/>
              <a:miter/>
            </a:ln>
          </p:spPr>
          <p:txBody>
            <a:bodyPr rtlCol="0" anchor="ctr"/>
            <a:lstStyle/>
            <a:p>
              <a:endParaRPr lang="en-IN" dirty="0"/>
            </a:p>
          </p:txBody>
        </p:sp>
        <p:sp>
          <p:nvSpPr>
            <p:cNvPr id="4" name="Graphic 4">
              <a:extLst>
                <a:ext uri="{FF2B5EF4-FFF2-40B4-BE49-F238E27FC236}">
                  <a16:creationId xmlns:a16="http://schemas.microsoft.com/office/drawing/2014/main" id="{A1149973-4032-4CE6-5884-5EF4A1C6A2B0}"/>
                </a:ext>
              </a:extLst>
            </p:cNvPr>
            <p:cNvSpPr/>
            <p:nvPr/>
          </p:nvSpPr>
          <p:spPr>
            <a:xfrm rot="15002268" flipH="1">
              <a:off x="31601" y="-1336044"/>
              <a:ext cx="1251936" cy="2210578"/>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232F3E"/>
            </a:solidFill>
            <a:ln w="9525" cap="flat">
              <a:noFill/>
              <a:prstDash val="solid"/>
              <a:miter/>
            </a:ln>
          </p:spPr>
          <p:txBody>
            <a:bodyPr rtlCol="0" anchor="ctr"/>
            <a:lstStyle/>
            <a:p>
              <a:endParaRPr lang="en-IN" dirty="0"/>
            </a:p>
          </p:txBody>
        </p:sp>
      </p:grpSp>
      <p:sp>
        <p:nvSpPr>
          <p:cNvPr id="5" name="Graphic 11">
            <a:extLst>
              <a:ext uri="{FF2B5EF4-FFF2-40B4-BE49-F238E27FC236}">
                <a16:creationId xmlns:a16="http://schemas.microsoft.com/office/drawing/2014/main" id="{A9F167F5-6435-A894-88E4-86EAC1F7ECAF}"/>
              </a:ext>
            </a:extLst>
          </p:cNvPr>
          <p:cNvSpPr/>
          <p:nvPr/>
        </p:nvSpPr>
        <p:spPr>
          <a:xfrm rot="7707741">
            <a:off x="11525033" y="5835579"/>
            <a:ext cx="775163" cy="720875"/>
          </a:xfrm>
          <a:custGeom>
            <a:avLst/>
            <a:gdLst>
              <a:gd name="connsiteX0" fmla="*/ 1051454 w 1444799"/>
              <a:gd name="connsiteY0" fmla="*/ 206792 h 1343613"/>
              <a:gd name="connsiteX1" fmla="*/ 1253384 w 1444799"/>
              <a:gd name="connsiteY1" fmla="*/ 532548 h 1343613"/>
              <a:gd name="connsiteX2" fmla="*/ 1443884 w 1444799"/>
              <a:gd name="connsiteY2" fmla="*/ 904023 h 1343613"/>
              <a:gd name="connsiteX3" fmla="*/ 1145752 w 1444799"/>
              <a:gd name="connsiteY3" fmla="*/ 1165960 h 1343613"/>
              <a:gd name="connsiteX4" fmla="*/ 728556 w 1444799"/>
              <a:gd name="connsiteY4" fmla="*/ 1305025 h 1343613"/>
              <a:gd name="connsiteX5" fmla="*/ 267546 w 1444799"/>
              <a:gd name="connsiteY5" fmla="*/ 1305025 h 1343613"/>
              <a:gd name="connsiteX6" fmla="*/ 21801 w 1444799"/>
              <a:gd name="connsiteY6" fmla="*/ 912595 h 1343613"/>
              <a:gd name="connsiteX7" fmla="*/ 64664 w 1444799"/>
              <a:gd name="connsiteY7" fmla="*/ 463968 h 1343613"/>
              <a:gd name="connsiteX8" fmla="*/ 405659 w 1444799"/>
              <a:gd name="connsiteY8" fmla="*/ 187742 h 1343613"/>
              <a:gd name="connsiteX9" fmla="*/ 753321 w 1444799"/>
              <a:gd name="connsiteY9" fmla="*/ 100 h 1343613"/>
              <a:gd name="connsiteX10" fmla="*/ 1051454 w 1444799"/>
              <a:gd name="connsiteY10" fmla="*/ 206792 h 1343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4799" h="1343613">
                <a:moveTo>
                  <a:pt x="1051454" y="206792"/>
                </a:moveTo>
                <a:cubicBezTo>
                  <a:pt x="1128607" y="309663"/>
                  <a:pt x="1171469" y="411580"/>
                  <a:pt x="1253384" y="532548"/>
                </a:cubicBezTo>
                <a:cubicBezTo>
                  <a:pt x="1336252" y="652563"/>
                  <a:pt x="1457219" y="791628"/>
                  <a:pt x="1443884" y="904023"/>
                </a:cubicBezTo>
                <a:cubicBezTo>
                  <a:pt x="1430549" y="1016418"/>
                  <a:pt x="1282912" y="1102143"/>
                  <a:pt x="1145752" y="1165960"/>
                </a:cubicBezTo>
                <a:cubicBezTo>
                  <a:pt x="1008591" y="1228825"/>
                  <a:pt x="880956" y="1269783"/>
                  <a:pt x="728556" y="1305025"/>
                </a:cubicBezTo>
                <a:cubicBezTo>
                  <a:pt x="575204" y="1340268"/>
                  <a:pt x="397086" y="1370748"/>
                  <a:pt x="267546" y="1305025"/>
                </a:cubicBezTo>
                <a:cubicBezTo>
                  <a:pt x="138959" y="1239303"/>
                  <a:pt x="58949" y="1076425"/>
                  <a:pt x="21801" y="912595"/>
                </a:cubicBezTo>
                <a:cubicBezTo>
                  <a:pt x="-14394" y="748765"/>
                  <a:pt x="-8679" y="583030"/>
                  <a:pt x="64664" y="463968"/>
                </a:cubicBezTo>
                <a:cubicBezTo>
                  <a:pt x="138006" y="345858"/>
                  <a:pt x="278976" y="274420"/>
                  <a:pt x="405659" y="187742"/>
                </a:cubicBezTo>
                <a:cubicBezTo>
                  <a:pt x="531389" y="101065"/>
                  <a:pt x="642831" y="100"/>
                  <a:pt x="753321" y="100"/>
                </a:cubicBezTo>
                <a:cubicBezTo>
                  <a:pt x="864764" y="1052"/>
                  <a:pt x="974301" y="104875"/>
                  <a:pt x="1051454" y="206792"/>
                </a:cubicBezTo>
                <a:close/>
              </a:path>
            </a:pathLst>
          </a:custGeom>
          <a:solidFill>
            <a:srgbClr val="FF9900"/>
          </a:solidFill>
          <a:ln w="9525" cap="flat">
            <a:noFill/>
            <a:prstDash val="solid"/>
            <a:miter/>
          </a:ln>
        </p:spPr>
        <p:txBody>
          <a:bodyPr rtlCol="0" anchor="ctr"/>
          <a:lstStyle/>
          <a:p>
            <a:endParaRPr lang="en-IN"/>
          </a:p>
        </p:txBody>
      </p:sp>
      <p:sp>
        <p:nvSpPr>
          <p:cNvPr id="6" name="TextBox 5">
            <a:extLst>
              <a:ext uri="{FF2B5EF4-FFF2-40B4-BE49-F238E27FC236}">
                <a16:creationId xmlns:a16="http://schemas.microsoft.com/office/drawing/2014/main" id="{FFDBF3E5-68AB-943B-DD69-8DCB4C27BECE}"/>
              </a:ext>
            </a:extLst>
          </p:cNvPr>
          <p:cNvSpPr txBox="1"/>
          <p:nvPr/>
        </p:nvSpPr>
        <p:spPr>
          <a:xfrm>
            <a:off x="1079613" y="306107"/>
            <a:ext cx="2829196" cy="1107996"/>
          </a:xfrm>
          <a:prstGeom prst="rect">
            <a:avLst/>
          </a:prstGeom>
          <a:noFill/>
        </p:spPr>
        <p:txBody>
          <a:bodyPr wrap="square" rtlCol="0">
            <a:spAutoFit/>
          </a:bodyPr>
          <a:lstStyle/>
          <a:p>
            <a:r>
              <a:rPr lang="en-IN" sz="6600" dirty="0">
                <a:latin typeface="Fira Sans Medium" panose="020B0603050000020004" pitchFamily="34" charset="0"/>
              </a:rPr>
              <a:t>Team</a:t>
            </a:r>
          </a:p>
        </p:txBody>
      </p:sp>
    </p:spTree>
    <p:extLst>
      <p:ext uri="{BB962C8B-B14F-4D97-AF65-F5344CB8AC3E}">
        <p14:creationId xmlns:p14="http://schemas.microsoft.com/office/powerpoint/2010/main" val="3889126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close up of a device&#10;&#10;Description automatically generated">
            <a:extLst>
              <a:ext uri="{FF2B5EF4-FFF2-40B4-BE49-F238E27FC236}">
                <a16:creationId xmlns:a16="http://schemas.microsoft.com/office/drawing/2014/main" id="{A543CC42-5F32-E5B4-6D72-D53CA42634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336" y="1716360"/>
            <a:ext cx="6025180" cy="2925978"/>
          </a:xfrm>
          <a:prstGeom prst="rect">
            <a:avLst/>
          </a:prstGeom>
        </p:spPr>
      </p:pic>
      <p:sp>
        <p:nvSpPr>
          <p:cNvPr id="8" name="TextBox 7">
            <a:extLst>
              <a:ext uri="{FF2B5EF4-FFF2-40B4-BE49-F238E27FC236}">
                <a16:creationId xmlns:a16="http://schemas.microsoft.com/office/drawing/2014/main" id="{BEB6C437-CE19-FABA-C485-53510B590660}"/>
              </a:ext>
            </a:extLst>
          </p:cNvPr>
          <p:cNvSpPr txBox="1"/>
          <p:nvPr/>
        </p:nvSpPr>
        <p:spPr>
          <a:xfrm>
            <a:off x="-611685" y="166552"/>
            <a:ext cx="6310365" cy="830997"/>
          </a:xfrm>
          <a:prstGeom prst="rect">
            <a:avLst/>
          </a:prstGeom>
          <a:noFill/>
        </p:spPr>
        <p:txBody>
          <a:bodyPr wrap="square" rtlCol="0">
            <a:spAutoFit/>
          </a:bodyPr>
          <a:lstStyle/>
          <a:p>
            <a:pPr algn="ctr"/>
            <a:r>
              <a:rPr lang="en-US" sz="4800" dirty="0">
                <a:latin typeface="Fira Sans" panose="020B0503050000020004" pitchFamily="34" charset="0"/>
              </a:rPr>
              <a:t>Competitors!</a:t>
            </a:r>
          </a:p>
        </p:txBody>
      </p:sp>
      <p:pic>
        <p:nvPicPr>
          <p:cNvPr id="10" name="Picture 9">
            <a:extLst>
              <a:ext uri="{FF2B5EF4-FFF2-40B4-BE49-F238E27FC236}">
                <a16:creationId xmlns:a16="http://schemas.microsoft.com/office/drawing/2014/main" id="{156D2FA5-A42B-9FC6-B851-86E0EAEC2B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4785" y="1427383"/>
            <a:ext cx="4437888" cy="3328416"/>
          </a:xfrm>
          <a:prstGeom prst="rect">
            <a:avLst/>
          </a:prstGeom>
        </p:spPr>
      </p:pic>
      <p:pic>
        <p:nvPicPr>
          <p:cNvPr id="12" name="Picture 11" descr="A blue text on a white background&#10;&#10;Description automatically generated">
            <a:extLst>
              <a:ext uri="{FF2B5EF4-FFF2-40B4-BE49-F238E27FC236}">
                <a16:creationId xmlns:a16="http://schemas.microsoft.com/office/drawing/2014/main" id="{AA717FC0-F190-F7EC-21E1-A55DC6A75C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33548" y="5248964"/>
            <a:ext cx="3998666" cy="1200038"/>
          </a:xfrm>
          <a:prstGeom prst="rect">
            <a:avLst/>
          </a:prstGeom>
        </p:spPr>
      </p:pic>
      <p:sp>
        <p:nvSpPr>
          <p:cNvPr id="13" name="TextBox 12">
            <a:extLst>
              <a:ext uri="{FF2B5EF4-FFF2-40B4-BE49-F238E27FC236}">
                <a16:creationId xmlns:a16="http://schemas.microsoft.com/office/drawing/2014/main" id="{1F6080FD-D2B9-956E-5E73-6AA186DD61E3}"/>
              </a:ext>
            </a:extLst>
          </p:cNvPr>
          <p:cNvSpPr txBox="1"/>
          <p:nvPr/>
        </p:nvSpPr>
        <p:spPr>
          <a:xfrm>
            <a:off x="2292170" y="1109734"/>
            <a:ext cx="1882757" cy="646331"/>
          </a:xfrm>
          <a:prstGeom prst="rect">
            <a:avLst/>
          </a:prstGeom>
          <a:noFill/>
        </p:spPr>
        <p:txBody>
          <a:bodyPr wrap="square" rtlCol="0">
            <a:spAutoFit/>
          </a:bodyPr>
          <a:lstStyle/>
          <a:p>
            <a:r>
              <a:rPr lang="en-US" sz="3600" b="1" dirty="0">
                <a:solidFill>
                  <a:srgbClr val="FF9900"/>
                </a:solidFill>
              </a:rPr>
              <a:t>Apple</a:t>
            </a:r>
          </a:p>
        </p:txBody>
      </p:sp>
      <p:sp>
        <p:nvSpPr>
          <p:cNvPr id="14" name="TextBox 13">
            <a:extLst>
              <a:ext uri="{FF2B5EF4-FFF2-40B4-BE49-F238E27FC236}">
                <a16:creationId xmlns:a16="http://schemas.microsoft.com/office/drawing/2014/main" id="{3C4091B0-AF04-C03F-D68A-08D23CC70247}"/>
              </a:ext>
            </a:extLst>
          </p:cNvPr>
          <p:cNvSpPr txBox="1"/>
          <p:nvPr/>
        </p:nvSpPr>
        <p:spPr>
          <a:xfrm>
            <a:off x="8806517" y="1082265"/>
            <a:ext cx="1882757" cy="646331"/>
          </a:xfrm>
          <a:prstGeom prst="rect">
            <a:avLst/>
          </a:prstGeom>
          <a:noFill/>
        </p:spPr>
        <p:txBody>
          <a:bodyPr wrap="square" rtlCol="0">
            <a:spAutoFit/>
          </a:bodyPr>
          <a:lstStyle/>
          <a:p>
            <a:r>
              <a:rPr lang="en-US" sz="3600" b="1" dirty="0">
                <a:solidFill>
                  <a:srgbClr val="FFA542"/>
                </a:solidFill>
              </a:rPr>
              <a:t>Google</a:t>
            </a:r>
          </a:p>
        </p:txBody>
      </p:sp>
      <p:sp>
        <p:nvSpPr>
          <p:cNvPr id="15" name="TextBox 14">
            <a:extLst>
              <a:ext uri="{FF2B5EF4-FFF2-40B4-BE49-F238E27FC236}">
                <a16:creationId xmlns:a16="http://schemas.microsoft.com/office/drawing/2014/main" id="{3BF91D1A-99B6-5927-20B9-5F76A48E3BBB}"/>
              </a:ext>
            </a:extLst>
          </p:cNvPr>
          <p:cNvSpPr txBox="1"/>
          <p:nvPr/>
        </p:nvSpPr>
        <p:spPr>
          <a:xfrm>
            <a:off x="8181901" y="5525817"/>
            <a:ext cx="2198045" cy="646331"/>
          </a:xfrm>
          <a:prstGeom prst="rect">
            <a:avLst/>
          </a:prstGeom>
          <a:noFill/>
        </p:spPr>
        <p:txBody>
          <a:bodyPr wrap="square" rtlCol="0">
            <a:spAutoFit/>
          </a:bodyPr>
          <a:lstStyle/>
          <a:p>
            <a:r>
              <a:rPr lang="en-US" sz="3600" b="1" dirty="0">
                <a:solidFill>
                  <a:srgbClr val="FFA542"/>
                </a:solidFill>
              </a:rPr>
              <a:t>Microsoft</a:t>
            </a:r>
          </a:p>
        </p:txBody>
      </p:sp>
      <p:grpSp>
        <p:nvGrpSpPr>
          <p:cNvPr id="2" name="Group 1">
            <a:extLst>
              <a:ext uri="{FF2B5EF4-FFF2-40B4-BE49-F238E27FC236}">
                <a16:creationId xmlns:a16="http://schemas.microsoft.com/office/drawing/2014/main" id="{D5E69D8E-A9D2-C97C-D3CA-36F64C64AAE6}"/>
              </a:ext>
            </a:extLst>
          </p:cNvPr>
          <p:cNvGrpSpPr/>
          <p:nvPr/>
        </p:nvGrpSpPr>
        <p:grpSpPr>
          <a:xfrm rot="12147091">
            <a:off x="10506874" y="5490640"/>
            <a:ext cx="2210578" cy="2419013"/>
            <a:chOff x="-447720" y="-856723"/>
            <a:chExt cx="2210578" cy="2419013"/>
          </a:xfrm>
        </p:grpSpPr>
        <p:sp>
          <p:nvSpPr>
            <p:cNvPr id="3" name="Graphic 4">
              <a:extLst>
                <a:ext uri="{FF2B5EF4-FFF2-40B4-BE49-F238E27FC236}">
                  <a16:creationId xmlns:a16="http://schemas.microsoft.com/office/drawing/2014/main" id="{E302FE3D-F75B-9FBD-A4E4-C7AC1902B01E}"/>
                </a:ext>
              </a:extLst>
            </p:cNvPr>
            <p:cNvSpPr/>
            <p:nvPr/>
          </p:nvSpPr>
          <p:spPr>
            <a:xfrm rot="2476041">
              <a:off x="-269976" y="-648288"/>
              <a:ext cx="1251936" cy="2210578"/>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131921"/>
            </a:solidFill>
            <a:ln w="9525" cap="flat">
              <a:noFill/>
              <a:prstDash val="solid"/>
              <a:miter/>
            </a:ln>
          </p:spPr>
          <p:txBody>
            <a:bodyPr rtlCol="0" anchor="ctr"/>
            <a:lstStyle/>
            <a:p>
              <a:endParaRPr lang="en-IN" dirty="0"/>
            </a:p>
          </p:txBody>
        </p:sp>
        <p:sp>
          <p:nvSpPr>
            <p:cNvPr id="4" name="Graphic 4">
              <a:extLst>
                <a:ext uri="{FF2B5EF4-FFF2-40B4-BE49-F238E27FC236}">
                  <a16:creationId xmlns:a16="http://schemas.microsoft.com/office/drawing/2014/main" id="{332017C9-94E6-B184-0373-158B1A421B33}"/>
                </a:ext>
              </a:extLst>
            </p:cNvPr>
            <p:cNvSpPr/>
            <p:nvPr/>
          </p:nvSpPr>
          <p:spPr>
            <a:xfrm rot="15002268" flipH="1">
              <a:off x="31601" y="-1336044"/>
              <a:ext cx="1251936" cy="2210578"/>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232F3E"/>
            </a:solidFill>
            <a:ln w="9525" cap="flat">
              <a:noFill/>
              <a:prstDash val="solid"/>
              <a:miter/>
            </a:ln>
          </p:spPr>
          <p:txBody>
            <a:bodyPr rtlCol="0" anchor="ctr"/>
            <a:lstStyle/>
            <a:p>
              <a:endParaRPr lang="en-IN" dirty="0"/>
            </a:p>
          </p:txBody>
        </p:sp>
      </p:grpSp>
      <p:sp>
        <p:nvSpPr>
          <p:cNvPr id="5" name="Graphic 11">
            <a:extLst>
              <a:ext uri="{FF2B5EF4-FFF2-40B4-BE49-F238E27FC236}">
                <a16:creationId xmlns:a16="http://schemas.microsoft.com/office/drawing/2014/main" id="{0699080F-2896-D5D1-4313-D4B031D20A0A}"/>
              </a:ext>
            </a:extLst>
          </p:cNvPr>
          <p:cNvSpPr/>
          <p:nvPr/>
        </p:nvSpPr>
        <p:spPr>
          <a:xfrm rot="7707741">
            <a:off x="11525033" y="5835579"/>
            <a:ext cx="775163" cy="720875"/>
          </a:xfrm>
          <a:custGeom>
            <a:avLst/>
            <a:gdLst>
              <a:gd name="connsiteX0" fmla="*/ 1051454 w 1444799"/>
              <a:gd name="connsiteY0" fmla="*/ 206792 h 1343613"/>
              <a:gd name="connsiteX1" fmla="*/ 1253384 w 1444799"/>
              <a:gd name="connsiteY1" fmla="*/ 532548 h 1343613"/>
              <a:gd name="connsiteX2" fmla="*/ 1443884 w 1444799"/>
              <a:gd name="connsiteY2" fmla="*/ 904023 h 1343613"/>
              <a:gd name="connsiteX3" fmla="*/ 1145752 w 1444799"/>
              <a:gd name="connsiteY3" fmla="*/ 1165960 h 1343613"/>
              <a:gd name="connsiteX4" fmla="*/ 728556 w 1444799"/>
              <a:gd name="connsiteY4" fmla="*/ 1305025 h 1343613"/>
              <a:gd name="connsiteX5" fmla="*/ 267546 w 1444799"/>
              <a:gd name="connsiteY5" fmla="*/ 1305025 h 1343613"/>
              <a:gd name="connsiteX6" fmla="*/ 21801 w 1444799"/>
              <a:gd name="connsiteY6" fmla="*/ 912595 h 1343613"/>
              <a:gd name="connsiteX7" fmla="*/ 64664 w 1444799"/>
              <a:gd name="connsiteY7" fmla="*/ 463968 h 1343613"/>
              <a:gd name="connsiteX8" fmla="*/ 405659 w 1444799"/>
              <a:gd name="connsiteY8" fmla="*/ 187742 h 1343613"/>
              <a:gd name="connsiteX9" fmla="*/ 753321 w 1444799"/>
              <a:gd name="connsiteY9" fmla="*/ 100 h 1343613"/>
              <a:gd name="connsiteX10" fmla="*/ 1051454 w 1444799"/>
              <a:gd name="connsiteY10" fmla="*/ 206792 h 1343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4799" h="1343613">
                <a:moveTo>
                  <a:pt x="1051454" y="206792"/>
                </a:moveTo>
                <a:cubicBezTo>
                  <a:pt x="1128607" y="309663"/>
                  <a:pt x="1171469" y="411580"/>
                  <a:pt x="1253384" y="532548"/>
                </a:cubicBezTo>
                <a:cubicBezTo>
                  <a:pt x="1336252" y="652563"/>
                  <a:pt x="1457219" y="791628"/>
                  <a:pt x="1443884" y="904023"/>
                </a:cubicBezTo>
                <a:cubicBezTo>
                  <a:pt x="1430549" y="1016418"/>
                  <a:pt x="1282912" y="1102143"/>
                  <a:pt x="1145752" y="1165960"/>
                </a:cubicBezTo>
                <a:cubicBezTo>
                  <a:pt x="1008591" y="1228825"/>
                  <a:pt x="880956" y="1269783"/>
                  <a:pt x="728556" y="1305025"/>
                </a:cubicBezTo>
                <a:cubicBezTo>
                  <a:pt x="575204" y="1340268"/>
                  <a:pt x="397086" y="1370748"/>
                  <a:pt x="267546" y="1305025"/>
                </a:cubicBezTo>
                <a:cubicBezTo>
                  <a:pt x="138959" y="1239303"/>
                  <a:pt x="58949" y="1076425"/>
                  <a:pt x="21801" y="912595"/>
                </a:cubicBezTo>
                <a:cubicBezTo>
                  <a:pt x="-14394" y="748765"/>
                  <a:pt x="-8679" y="583030"/>
                  <a:pt x="64664" y="463968"/>
                </a:cubicBezTo>
                <a:cubicBezTo>
                  <a:pt x="138006" y="345858"/>
                  <a:pt x="278976" y="274420"/>
                  <a:pt x="405659" y="187742"/>
                </a:cubicBezTo>
                <a:cubicBezTo>
                  <a:pt x="531389" y="101065"/>
                  <a:pt x="642831" y="100"/>
                  <a:pt x="753321" y="100"/>
                </a:cubicBezTo>
                <a:cubicBezTo>
                  <a:pt x="864764" y="1052"/>
                  <a:pt x="974301" y="104875"/>
                  <a:pt x="1051454" y="206792"/>
                </a:cubicBezTo>
                <a:close/>
              </a:path>
            </a:pathLst>
          </a:custGeom>
          <a:solidFill>
            <a:srgbClr val="FF9900"/>
          </a:solidFill>
          <a:ln w="9525" cap="flat">
            <a:noFill/>
            <a:prstDash val="solid"/>
            <a:miter/>
          </a:ln>
        </p:spPr>
        <p:txBody>
          <a:bodyPr rtlCol="0" anchor="ctr"/>
          <a:lstStyle/>
          <a:p>
            <a:endParaRPr lang="en-IN"/>
          </a:p>
        </p:txBody>
      </p:sp>
    </p:spTree>
    <p:extLst>
      <p:ext uri="{BB962C8B-B14F-4D97-AF65-F5344CB8AC3E}">
        <p14:creationId xmlns:p14="http://schemas.microsoft.com/office/powerpoint/2010/main" val="1224941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A48E5E13-86FE-4923-8C65-F03A91827BC2}"/>
              </a:ext>
            </a:extLst>
          </p:cNvPr>
          <p:cNvSpPr/>
          <p:nvPr/>
        </p:nvSpPr>
        <p:spPr>
          <a:xfrm rot="3043006">
            <a:off x="7749003" y="-1089505"/>
            <a:ext cx="5451701" cy="7886541"/>
          </a:xfrm>
          <a:custGeom>
            <a:avLst/>
            <a:gdLst>
              <a:gd name="connsiteX0" fmla="*/ 550 w 3991493"/>
              <a:gd name="connsiteY0" fmla="*/ 1642332 h 4835022"/>
              <a:gd name="connsiteX1" fmla="*/ 765521 w 3991493"/>
              <a:gd name="connsiteY1" fmla="*/ 580588 h 4835022"/>
              <a:gd name="connsiteX2" fmla="*/ 2083026 w 3991493"/>
              <a:gd name="connsiteY2" fmla="*/ 100048 h 4835022"/>
              <a:gd name="connsiteX3" fmla="*/ 2715245 w 3991493"/>
              <a:gd name="connsiteY3" fmla="*/ 1509749 h 4835022"/>
              <a:gd name="connsiteX4" fmla="*/ 2721227 w 3991493"/>
              <a:gd name="connsiteY4" fmla="*/ 1521384 h 4835022"/>
              <a:gd name="connsiteX5" fmla="*/ 3318393 w 3991493"/>
              <a:gd name="connsiteY5" fmla="*/ 1521384 h 4835022"/>
              <a:gd name="connsiteX6" fmla="*/ 3929986 w 3991493"/>
              <a:gd name="connsiteY6" fmla="*/ 1521384 h 4835022"/>
              <a:gd name="connsiteX7" fmla="*/ 3991493 w 3991493"/>
              <a:gd name="connsiteY7" fmla="*/ 1521384 h 4835022"/>
              <a:gd name="connsiteX8" fmla="*/ 3991493 w 3991493"/>
              <a:gd name="connsiteY8" fmla="*/ 4315384 h 4835022"/>
              <a:gd name="connsiteX9" fmla="*/ 3598980 w 3991493"/>
              <a:gd name="connsiteY9" fmla="*/ 4315384 h 4835022"/>
              <a:gd name="connsiteX10" fmla="*/ 3619976 w 3991493"/>
              <a:gd name="connsiteY10" fmla="*/ 4405771 h 4835022"/>
              <a:gd name="connsiteX11" fmla="*/ 3664689 w 3991493"/>
              <a:gd name="connsiteY11" fmla="*/ 4832151 h 4835022"/>
              <a:gd name="connsiteX12" fmla="*/ 2683777 w 3991493"/>
              <a:gd name="connsiteY12" fmla="*/ 3360765 h 4835022"/>
              <a:gd name="connsiteX13" fmla="*/ 1889482 w 3991493"/>
              <a:gd name="connsiteY13" fmla="*/ 2464207 h 4835022"/>
              <a:gd name="connsiteX14" fmla="*/ 81357 w 3991493"/>
              <a:gd name="connsiteY14" fmla="*/ 1843552 h 4835022"/>
              <a:gd name="connsiteX15" fmla="*/ 550 w 3991493"/>
              <a:gd name="connsiteY15" fmla="*/ 1642332 h 483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91493" h="4835022">
                <a:moveTo>
                  <a:pt x="550" y="1642332"/>
                </a:moveTo>
                <a:cubicBezTo>
                  <a:pt x="-16569" y="1328474"/>
                  <a:pt x="368015" y="925398"/>
                  <a:pt x="765521" y="580588"/>
                </a:cubicBezTo>
                <a:cubicBezTo>
                  <a:pt x="1255823" y="160176"/>
                  <a:pt x="1760838" y="-174916"/>
                  <a:pt x="2083026" y="100048"/>
                </a:cubicBezTo>
                <a:cubicBezTo>
                  <a:pt x="2362548" y="345008"/>
                  <a:pt x="2499183" y="1057820"/>
                  <a:pt x="2715245" y="1509749"/>
                </a:cubicBezTo>
                <a:lnTo>
                  <a:pt x="2721227" y="1521384"/>
                </a:lnTo>
                <a:lnTo>
                  <a:pt x="3318393" y="1521384"/>
                </a:lnTo>
                <a:lnTo>
                  <a:pt x="3929986" y="1521384"/>
                </a:lnTo>
                <a:lnTo>
                  <a:pt x="3991493" y="1521384"/>
                </a:lnTo>
                <a:lnTo>
                  <a:pt x="3991493" y="4315384"/>
                </a:lnTo>
                <a:lnTo>
                  <a:pt x="3598980" y="4315384"/>
                </a:lnTo>
                <a:lnTo>
                  <a:pt x="3619976" y="4405771"/>
                </a:lnTo>
                <a:cubicBezTo>
                  <a:pt x="3673465" y="4641116"/>
                  <a:pt x="3702837" y="4809178"/>
                  <a:pt x="3664689" y="4832151"/>
                </a:cubicBezTo>
                <a:cubicBezTo>
                  <a:pt x="3559158" y="4894433"/>
                  <a:pt x="2974535" y="3928939"/>
                  <a:pt x="2683777" y="3360765"/>
                </a:cubicBezTo>
                <a:cubicBezTo>
                  <a:pt x="2393020" y="2792591"/>
                  <a:pt x="2399927" y="2620719"/>
                  <a:pt x="1889482" y="2464207"/>
                </a:cubicBezTo>
                <a:cubicBezTo>
                  <a:pt x="1380096" y="2311659"/>
                  <a:pt x="356095" y="2169487"/>
                  <a:pt x="81357" y="1843552"/>
                </a:cubicBezTo>
                <a:cubicBezTo>
                  <a:pt x="29844" y="1782438"/>
                  <a:pt x="4501" y="1714761"/>
                  <a:pt x="550" y="1642332"/>
                </a:cubicBezTo>
                <a:close/>
              </a:path>
            </a:pathLst>
          </a:custGeom>
          <a:solidFill>
            <a:srgbClr val="13192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4" name="Rectangle 3">
            <a:extLst>
              <a:ext uri="{FF2B5EF4-FFF2-40B4-BE49-F238E27FC236}">
                <a16:creationId xmlns:a16="http://schemas.microsoft.com/office/drawing/2014/main" id="{51695F52-4DFE-426F-A6E5-454B7D1E29FE}"/>
              </a:ext>
            </a:extLst>
          </p:cNvPr>
          <p:cNvSpPr/>
          <p:nvPr/>
        </p:nvSpPr>
        <p:spPr>
          <a:xfrm>
            <a:off x="9022212" y="6612573"/>
            <a:ext cx="3664190" cy="494271"/>
          </a:xfrm>
          <a:prstGeom prst="rect">
            <a:avLst/>
          </a:prstGeom>
          <a:solidFill>
            <a:srgbClr val="131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358CF9FB-F5CA-4B59-A222-7F046A3ED07B}"/>
              </a:ext>
            </a:extLst>
          </p:cNvPr>
          <p:cNvSpPr/>
          <p:nvPr/>
        </p:nvSpPr>
        <p:spPr>
          <a:xfrm>
            <a:off x="9250566" y="6301516"/>
            <a:ext cx="3435836" cy="494271"/>
          </a:xfrm>
          <a:prstGeom prst="rect">
            <a:avLst/>
          </a:prstGeom>
          <a:solidFill>
            <a:srgbClr val="131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CA8E8C83-9B3D-4B47-8C29-1713C483237F}"/>
              </a:ext>
            </a:extLst>
          </p:cNvPr>
          <p:cNvSpPr/>
          <p:nvPr/>
        </p:nvSpPr>
        <p:spPr>
          <a:xfrm>
            <a:off x="10176668" y="4579878"/>
            <a:ext cx="2421088" cy="1877168"/>
          </a:xfrm>
          <a:prstGeom prst="rect">
            <a:avLst/>
          </a:prstGeom>
          <a:solidFill>
            <a:srgbClr val="131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8" name="Graphic 27">
            <a:extLst>
              <a:ext uri="{FF2B5EF4-FFF2-40B4-BE49-F238E27FC236}">
                <a16:creationId xmlns:a16="http://schemas.microsoft.com/office/drawing/2014/main" id="{ED0050DF-723B-4A1F-97B0-2DEE56B8795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52790" y="-322845"/>
            <a:ext cx="2302880" cy="7666161"/>
          </a:xfrm>
          <a:prstGeom prst="rect">
            <a:avLst/>
          </a:prstGeom>
        </p:spPr>
      </p:pic>
      <p:sp>
        <p:nvSpPr>
          <p:cNvPr id="20" name="TextBox 19">
            <a:extLst>
              <a:ext uri="{FF2B5EF4-FFF2-40B4-BE49-F238E27FC236}">
                <a16:creationId xmlns:a16="http://schemas.microsoft.com/office/drawing/2014/main" id="{C6C2E425-BB4B-45A0-A496-681679873C48}"/>
              </a:ext>
            </a:extLst>
          </p:cNvPr>
          <p:cNvSpPr txBox="1"/>
          <p:nvPr/>
        </p:nvSpPr>
        <p:spPr>
          <a:xfrm>
            <a:off x="584593" y="275962"/>
            <a:ext cx="5745484" cy="769441"/>
          </a:xfrm>
          <a:prstGeom prst="rect">
            <a:avLst/>
          </a:prstGeom>
          <a:noFill/>
        </p:spPr>
        <p:txBody>
          <a:bodyPr wrap="none" rtlCol="0">
            <a:spAutoFit/>
          </a:bodyPr>
          <a:lstStyle/>
          <a:p>
            <a:r>
              <a:rPr lang="en-IN" sz="4400" dirty="0">
                <a:latin typeface="Fira Sans Medium" panose="020B0603050000020004" pitchFamily="34" charset="0"/>
              </a:rPr>
              <a:t>Leadership Principles</a:t>
            </a:r>
            <a:endParaRPr lang="en-IN" sz="3600" dirty="0">
              <a:latin typeface="Fira Sans Medium" panose="020B0603050000020004" pitchFamily="34" charset="0"/>
            </a:endParaRPr>
          </a:p>
        </p:txBody>
      </p:sp>
      <p:sp>
        <p:nvSpPr>
          <p:cNvPr id="3" name="TextBox 2">
            <a:extLst>
              <a:ext uri="{FF2B5EF4-FFF2-40B4-BE49-F238E27FC236}">
                <a16:creationId xmlns:a16="http://schemas.microsoft.com/office/drawing/2014/main" id="{91B6D97F-6D1C-01EF-6E76-DCF6643E2A1D}"/>
              </a:ext>
            </a:extLst>
          </p:cNvPr>
          <p:cNvSpPr txBox="1"/>
          <p:nvPr/>
        </p:nvSpPr>
        <p:spPr>
          <a:xfrm>
            <a:off x="584593" y="1045403"/>
            <a:ext cx="8437619" cy="923330"/>
          </a:xfrm>
          <a:prstGeom prst="rect">
            <a:avLst/>
          </a:prstGeom>
          <a:noFill/>
        </p:spPr>
        <p:txBody>
          <a:bodyPr wrap="square" rtlCol="0">
            <a:spAutoFit/>
          </a:bodyPr>
          <a:lstStyle/>
          <a:p>
            <a:r>
              <a:rPr lang="zh-CN" altLang="en-US" dirty="0">
                <a:latin typeface="Fira Sans" panose="020B0503050000020004" pitchFamily="34" charset="0"/>
              </a:rPr>
              <a:t>“</a:t>
            </a:r>
            <a:r>
              <a:rPr lang="en-US" dirty="0">
                <a:latin typeface="Fira Sans" panose="020B0503050000020004" pitchFamily="34" charset="0"/>
              </a:rPr>
              <a:t>We use our Leadership Principles every day, whether we’re discussing ideas for new projects or deciding on the best way to solve a problem. It’s just one of the things that makes </a:t>
            </a:r>
            <a:r>
              <a:rPr lang="en-US" dirty="0">
                <a:solidFill>
                  <a:srgbClr val="FFA542"/>
                </a:solidFill>
                <a:latin typeface="Fira Sans" panose="020B0503050000020004" pitchFamily="34" charset="0"/>
              </a:rPr>
              <a:t>Amazon peculiar</a:t>
            </a:r>
            <a:r>
              <a:rPr lang="en-US" dirty="0">
                <a:latin typeface="Fira Sans" panose="020B0503050000020004" pitchFamily="34" charset="0"/>
              </a:rPr>
              <a:t>.</a:t>
            </a:r>
            <a:r>
              <a:rPr lang="zh-CN" altLang="en-US" dirty="0">
                <a:latin typeface="Fira Sans" panose="020B0503050000020004" pitchFamily="34" charset="0"/>
              </a:rPr>
              <a:t>”</a:t>
            </a:r>
            <a:endParaRPr lang="en-US" dirty="0">
              <a:latin typeface="Fira Sans" panose="020B0503050000020004" pitchFamily="34" charset="0"/>
            </a:endParaRPr>
          </a:p>
        </p:txBody>
      </p:sp>
      <p:sp>
        <p:nvSpPr>
          <p:cNvPr id="19" name="TextBox 18">
            <a:extLst>
              <a:ext uri="{FF2B5EF4-FFF2-40B4-BE49-F238E27FC236}">
                <a16:creationId xmlns:a16="http://schemas.microsoft.com/office/drawing/2014/main" id="{2F323DA2-0BD1-35CC-E748-212D4492B464}"/>
              </a:ext>
            </a:extLst>
          </p:cNvPr>
          <p:cNvSpPr txBox="1"/>
          <p:nvPr/>
        </p:nvSpPr>
        <p:spPr>
          <a:xfrm>
            <a:off x="315461" y="2200589"/>
            <a:ext cx="2331217" cy="369332"/>
          </a:xfrm>
          <a:prstGeom prst="rect">
            <a:avLst/>
          </a:prstGeom>
          <a:noFill/>
        </p:spPr>
        <p:txBody>
          <a:bodyPr wrap="square" rtlCol="0">
            <a:spAutoFit/>
          </a:bodyPr>
          <a:lstStyle/>
          <a:p>
            <a:r>
              <a:rPr lang="en-US" b="1" dirty="0">
                <a:solidFill>
                  <a:srgbClr val="FFA542"/>
                </a:solidFill>
              </a:rPr>
              <a:t>Customer Obsession</a:t>
            </a:r>
          </a:p>
        </p:txBody>
      </p:sp>
      <p:sp>
        <p:nvSpPr>
          <p:cNvPr id="21" name="TextBox 20">
            <a:extLst>
              <a:ext uri="{FF2B5EF4-FFF2-40B4-BE49-F238E27FC236}">
                <a16:creationId xmlns:a16="http://schemas.microsoft.com/office/drawing/2014/main" id="{890C6D3E-F635-BB6B-3412-D3F6118F616B}"/>
              </a:ext>
            </a:extLst>
          </p:cNvPr>
          <p:cNvSpPr txBox="1"/>
          <p:nvPr/>
        </p:nvSpPr>
        <p:spPr>
          <a:xfrm>
            <a:off x="3778520" y="2200589"/>
            <a:ext cx="1245996" cy="369332"/>
          </a:xfrm>
          <a:prstGeom prst="rect">
            <a:avLst/>
          </a:prstGeom>
          <a:noFill/>
        </p:spPr>
        <p:txBody>
          <a:bodyPr wrap="square" rtlCol="0">
            <a:spAutoFit/>
          </a:bodyPr>
          <a:lstStyle/>
          <a:p>
            <a:r>
              <a:rPr lang="en-US" dirty="0"/>
              <a:t>Ownership</a:t>
            </a:r>
          </a:p>
        </p:txBody>
      </p:sp>
      <p:sp>
        <p:nvSpPr>
          <p:cNvPr id="22" name="TextBox 21">
            <a:extLst>
              <a:ext uri="{FF2B5EF4-FFF2-40B4-BE49-F238E27FC236}">
                <a16:creationId xmlns:a16="http://schemas.microsoft.com/office/drawing/2014/main" id="{E6EED14A-6028-584E-4AB2-05D01A65A70D}"/>
              </a:ext>
            </a:extLst>
          </p:cNvPr>
          <p:cNvSpPr txBox="1"/>
          <p:nvPr/>
        </p:nvSpPr>
        <p:spPr>
          <a:xfrm>
            <a:off x="270721" y="3034602"/>
            <a:ext cx="2331217" cy="369332"/>
          </a:xfrm>
          <a:prstGeom prst="rect">
            <a:avLst/>
          </a:prstGeom>
          <a:noFill/>
        </p:spPr>
        <p:txBody>
          <a:bodyPr wrap="square" rtlCol="0">
            <a:spAutoFit/>
          </a:bodyPr>
          <a:lstStyle/>
          <a:p>
            <a:r>
              <a:rPr lang="en-US" dirty="0"/>
              <a:t>Invent and Simplify</a:t>
            </a:r>
          </a:p>
        </p:txBody>
      </p:sp>
      <p:sp>
        <p:nvSpPr>
          <p:cNvPr id="23" name="TextBox 22">
            <a:extLst>
              <a:ext uri="{FF2B5EF4-FFF2-40B4-BE49-F238E27FC236}">
                <a16:creationId xmlns:a16="http://schemas.microsoft.com/office/drawing/2014/main" id="{E753C588-FFFE-FC92-7963-FBAE4DBCECAC}"/>
              </a:ext>
            </a:extLst>
          </p:cNvPr>
          <p:cNvSpPr txBox="1"/>
          <p:nvPr/>
        </p:nvSpPr>
        <p:spPr>
          <a:xfrm>
            <a:off x="3791359" y="3053414"/>
            <a:ext cx="1688123" cy="369332"/>
          </a:xfrm>
          <a:prstGeom prst="rect">
            <a:avLst/>
          </a:prstGeom>
          <a:noFill/>
        </p:spPr>
        <p:txBody>
          <a:bodyPr wrap="square" rtlCol="0">
            <a:spAutoFit/>
          </a:bodyPr>
          <a:lstStyle/>
          <a:p>
            <a:r>
              <a:rPr lang="en-US" dirty="0"/>
              <a:t>Are Right, A Lot</a:t>
            </a:r>
          </a:p>
        </p:txBody>
      </p:sp>
      <p:sp>
        <p:nvSpPr>
          <p:cNvPr id="24" name="TextBox 23">
            <a:extLst>
              <a:ext uri="{FF2B5EF4-FFF2-40B4-BE49-F238E27FC236}">
                <a16:creationId xmlns:a16="http://schemas.microsoft.com/office/drawing/2014/main" id="{9FAD7882-ACD0-5FFC-7899-1C9FA58C2A04}"/>
              </a:ext>
            </a:extLst>
          </p:cNvPr>
          <p:cNvSpPr txBox="1"/>
          <p:nvPr/>
        </p:nvSpPr>
        <p:spPr>
          <a:xfrm>
            <a:off x="271625" y="3856484"/>
            <a:ext cx="2170444" cy="369332"/>
          </a:xfrm>
          <a:prstGeom prst="rect">
            <a:avLst/>
          </a:prstGeom>
          <a:noFill/>
        </p:spPr>
        <p:txBody>
          <a:bodyPr wrap="square" rtlCol="0">
            <a:spAutoFit/>
          </a:bodyPr>
          <a:lstStyle/>
          <a:p>
            <a:r>
              <a:rPr lang="en-US" dirty="0"/>
              <a:t>Learn and Be Curious</a:t>
            </a:r>
          </a:p>
        </p:txBody>
      </p:sp>
      <p:sp>
        <p:nvSpPr>
          <p:cNvPr id="25" name="TextBox 24">
            <a:extLst>
              <a:ext uri="{FF2B5EF4-FFF2-40B4-BE49-F238E27FC236}">
                <a16:creationId xmlns:a16="http://schemas.microsoft.com/office/drawing/2014/main" id="{1C357A81-1572-8C3F-5F5E-E1A9819D1A8C}"/>
              </a:ext>
            </a:extLst>
          </p:cNvPr>
          <p:cNvSpPr txBox="1"/>
          <p:nvPr/>
        </p:nvSpPr>
        <p:spPr>
          <a:xfrm>
            <a:off x="3818241" y="3850525"/>
            <a:ext cx="2763297" cy="369332"/>
          </a:xfrm>
          <a:prstGeom prst="rect">
            <a:avLst/>
          </a:prstGeom>
          <a:noFill/>
        </p:spPr>
        <p:txBody>
          <a:bodyPr wrap="square" rtlCol="0">
            <a:spAutoFit/>
          </a:bodyPr>
          <a:lstStyle/>
          <a:p>
            <a:r>
              <a:rPr lang="en-US" dirty="0"/>
              <a:t>Hire and Develop the Best</a:t>
            </a:r>
          </a:p>
        </p:txBody>
      </p:sp>
      <p:sp>
        <p:nvSpPr>
          <p:cNvPr id="26" name="TextBox 25">
            <a:extLst>
              <a:ext uri="{FF2B5EF4-FFF2-40B4-BE49-F238E27FC236}">
                <a16:creationId xmlns:a16="http://schemas.microsoft.com/office/drawing/2014/main" id="{1B1ECD10-E4BD-28BE-796E-B0891934F204}"/>
              </a:ext>
            </a:extLst>
          </p:cNvPr>
          <p:cNvSpPr txBox="1"/>
          <p:nvPr/>
        </p:nvSpPr>
        <p:spPr>
          <a:xfrm>
            <a:off x="274629" y="4645698"/>
            <a:ext cx="3275762" cy="369332"/>
          </a:xfrm>
          <a:prstGeom prst="rect">
            <a:avLst/>
          </a:prstGeom>
          <a:noFill/>
        </p:spPr>
        <p:txBody>
          <a:bodyPr wrap="square" rtlCol="0">
            <a:spAutoFit/>
          </a:bodyPr>
          <a:lstStyle/>
          <a:p>
            <a:r>
              <a:rPr lang="en-US" dirty="0"/>
              <a:t>Insist on the Highest Standards</a:t>
            </a:r>
          </a:p>
        </p:txBody>
      </p:sp>
      <p:sp>
        <p:nvSpPr>
          <p:cNvPr id="27" name="TextBox 26">
            <a:extLst>
              <a:ext uri="{FF2B5EF4-FFF2-40B4-BE49-F238E27FC236}">
                <a16:creationId xmlns:a16="http://schemas.microsoft.com/office/drawing/2014/main" id="{1EE88C2C-2AF3-EDE7-F0D1-B4BBF3AB884C}"/>
              </a:ext>
            </a:extLst>
          </p:cNvPr>
          <p:cNvSpPr txBox="1"/>
          <p:nvPr/>
        </p:nvSpPr>
        <p:spPr>
          <a:xfrm>
            <a:off x="3780353" y="4616396"/>
            <a:ext cx="1201335" cy="369332"/>
          </a:xfrm>
          <a:prstGeom prst="rect">
            <a:avLst/>
          </a:prstGeom>
          <a:noFill/>
        </p:spPr>
        <p:txBody>
          <a:bodyPr wrap="square" rtlCol="0">
            <a:spAutoFit/>
          </a:bodyPr>
          <a:lstStyle/>
          <a:p>
            <a:r>
              <a:rPr lang="en-US" dirty="0"/>
              <a:t>Think Big</a:t>
            </a:r>
          </a:p>
        </p:txBody>
      </p:sp>
      <p:sp>
        <p:nvSpPr>
          <p:cNvPr id="29" name="TextBox 28">
            <a:extLst>
              <a:ext uri="{FF2B5EF4-FFF2-40B4-BE49-F238E27FC236}">
                <a16:creationId xmlns:a16="http://schemas.microsoft.com/office/drawing/2014/main" id="{FB17B759-AF82-BAE0-5FA2-8C8EC546E701}"/>
              </a:ext>
            </a:extLst>
          </p:cNvPr>
          <p:cNvSpPr txBox="1"/>
          <p:nvPr/>
        </p:nvSpPr>
        <p:spPr>
          <a:xfrm>
            <a:off x="310755" y="5375868"/>
            <a:ext cx="2170444" cy="369332"/>
          </a:xfrm>
          <a:prstGeom prst="rect">
            <a:avLst/>
          </a:prstGeom>
          <a:noFill/>
        </p:spPr>
        <p:txBody>
          <a:bodyPr wrap="square" rtlCol="0">
            <a:spAutoFit/>
          </a:bodyPr>
          <a:lstStyle/>
          <a:p>
            <a:r>
              <a:rPr lang="en-US" dirty="0"/>
              <a:t>Bias for Action</a:t>
            </a:r>
          </a:p>
        </p:txBody>
      </p:sp>
      <p:sp>
        <p:nvSpPr>
          <p:cNvPr id="30" name="TextBox 29">
            <a:extLst>
              <a:ext uri="{FF2B5EF4-FFF2-40B4-BE49-F238E27FC236}">
                <a16:creationId xmlns:a16="http://schemas.microsoft.com/office/drawing/2014/main" id="{77961EE0-EAE3-0044-309A-1B5D0444F552}"/>
              </a:ext>
            </a:extLst>
          </p:cNvPr>
          <p:cNvSpPr txBox="1"/>
          <p:nvPr/>
        </p:nvSpPr>
        <p:spPr>
          <a:xfrm>
            <a:off x="3820466" y="5333796"/>
            <a:ext cx="1024932" cy="369332"/>
          </a:xfrm>
          <a:prstGeom prst="rect">
            <a:avLst/>
          </a:prstGeom>
          <a:noFill/>
        </p:spPr>
        <p:txBody>
          <a:bodyPr wrap="square" rtlCol="0">
            <a:spAutoFit/>
          </a:bodyPr>
          <a:lstStyle/>
          <a:p>
            <a:r>
              <a:rPr lang="en-US" dirty="0"/>
              <a:t>Frugality</a:t>
            </a:r>
          </a:p>
        </p:txBody>
      </p:sp>
      <p:sp>
        <p:nvSpPr>
          <p:cNvPr id="31" name="TextBox 30">
            <a:extLst>
              <a:ext uri="{FF2B5EF4-FFF2-40B4-BE49-F238E27FC236}">
                <a16:creationId xmlns:a16="http://schemas.microsoft.com/office/drawing/2014/main" id="{2D2DB2C5-157C-61E9-7208-6386DF3805C0}"/>
              </a:ext>
            </a:extLst>
          </p:cNvPr>
          <p:cNvSpPr txBox="1"/>
          <p:nvPr/>
        </p:nvSpPr>
        <p:spPr>
          <a:xfrm>
            <a:off x="347259" y="6049108"/>
            <a:ext cx="1133810" cy="369332"/>
          </a:xfrm>
          <a:prstGeom prst="rect">
            <a:avLst/>
          </a:prstGeom>
          <a:noFill/>
        </p:spPr>
        <p:txBody>
          <a:bodyPr wrap="square" rtlCol="0">
            <a:spAutoFit/>
          </a:bodyPr>
          <a:lstStyle/>
          <a:p>
            <a:r>
              <a:rPr lang="en-US" dirty="0"/>
              <a:t>Earn Trust</a:t>
            </a:r>
          </a:p>
        </p:txBody>
      </p:sp>
      <p:sp>
        <p:nvSpPr>
          <p:cNvPr id="32" name="TextBox 31">
            <a:extLst>
              <a:ext uri="{FF2B5EF4-FFF2-40B4-BE49-F238E27FC236}">
                <a16:creationId xmlns:a16="http://schemas.microsoft.com/office/drawing/2014/main" id="{6C6C7A36-7F5C-968D-AB6A-87C7D01503CF}"/>
              </a:ext>
            </a:extLst>
          </p:cNvPr>
          <p:cNvSpPr txBox="1"/>
          <p:nvPr/>
        </p:nvSpPr>
        <p:spPr>
          <a:xfrm>
            <a:off x="3801697" y="6049108"/>
            <a:ext cx="1201335" cy="369332"/>
          </a:xfrm>
          <a:prstGeom prst="rect">
            <a:avLst/>
          </a:prstGeom>
          <a:noFill/>
        </p:spPr>
        <p:txBody>
          <a:bodyPr wrap="square" rtlCol="0">
            <a:spAutoFit/>
          </a:bodyPr>
          <a:lstStyle/>
          <a:p>
            <a:r>
              <a:rPr lang="en-US" dirty="0"/>
              <a:t>Dive Deep</a:t>
            </a:r>
          </a:p>
        </p:txBody>
      </p:sp>
      <p:sp>
        <p:nvSpPr>
          <p:cNvPr id="33" name="TextBox 32">
            <a:extLst>
              <a:ext uri="{FF2B5EF4-FFF2-40B4-BE49-F238E27FC236}">
                <a16:creationId xmlns:a16="http://schemas.microsoft.com/office/drawing/2014/main" id="{C6932A56-AAFA-2ACA-9A6C-EE3DFBE6C2A2}"/>
              </a:ext>
            </a:extLst>
          </p:cNvPr>
          <p:cNvSpPr txBox="1"/>
          <p:nvPr/>
        </p:nvSpPr>
        <p:spPr>
          <a:xfrm>
            <a:off x="6607422" y="2073346"/>
            <a:ext cx="2302880" cy="646331"/>
          </a:xfrm>
          <a:prstGeom prst="rect">
            <a:avLst/>
          </a:prstGeom>
          <a:noFill/>
        </p:spPr>
        <p:txBody>
          <a:bodyPr wrap="square" rtlCol="0">
            <a:spAutoFit/>
          </a:bodyPr>
          <a:lstStyle/>
          <a:p>
            <a:r>
              <a:rPr lang="en-US" dirty="0"/>
              <a:t>Have Backbone; Disagree and Commit</a:t>
            </a:r>
          </a:p>
        </p:txBody>
      </p:sp>
      <p:sp>
        <p:nvSpPr>
          <p:cNvPr id="34" name="TextBox 33">
            <a:extLst>
              <a:ext uri="{FF2B5EF4-FFF2-40B4-BE49-F238E27FC236}">
                <a16:creationId xmlns:a16="http://schemas.microsoft.com/office/drawing/2014/main" id="{28414893-FC93-A84A-1B32-3F81FABBD03E}"/>
              </a:ext>
            </a:extLst>
          </p:cNvPr>
          <p:cNvSpPr txBox="1"/>
          <p:nvPr/>
        </p:nvSpPr>
        <p:spPr>
          <a:xfrm>
            <a:off x="6581538" y="3053414"/>
            <a:ext cx="1688984" cy="369332"/>
          </a:xfrm>
          <a:prstGeom prst="rect">
            <a:avLst/>
          </a:prstGeom>
          <a:noFill/>
        </p:spPr>
        <p:txBody>
          <a:bodyPr wrap="square" rtlCol="0">
            <a:spAutoFit/>
          </a:bodyPr>
          <a:lstStyle/>
          <a:p>
            <a:r>
              <a:rPr lang="en-US" dirty="0"/>
              <a:t>Deliver Results</a:t>
            </a:r>
          </a:p>
        </p:txBody>
      </p:sp>
      <p:sp>
        <p:nvSpPr>
          <p:cNvPr id="35" name="TextBox 34">
            <a:extLst>
              <a:ext uri="{FF2B5EF4-FFF2-40B4-BE49-F238E27FC236}">
                <a16:creationId xmlns:a16="http://schemas.microsoft.com/office/drawing/2014/main" id="{CE63A35B-AC1F-B854-93AE-5EBB6571DE6D}"/>
              </a:ext>
            </a:extLst>
          </p:cNvPr>
          <p:cNvSpPr txBox="1"/>
          <p:nvPr/>
        </p:nvSpPr>
        <p:spPr>
          <a:xfrm>
            <a:off x="6609006" y="3850525"/>
            <a:ext cx="3315318" cy="369332"/>
          </a:xfrm>
          <a:prstGeom prst="rect">
            <a:avLst/>
          </a:prstGeom>
          <a:noFill/>
        </p:spPr>
        <p:txBody>
          <a:bodyPr wrap="square" rtlCol="0">
            <a:spAutoFit/>
          </a:bodyPr>
          <a:lstStyle/>
          <a:p>
            <a:r>
              <a:rPr lang="en-US" dirty="0"/>
              <a:t>Strive to be Earth’s Best Employer</a:t>
            </a:r>
          </a:p>
        </p:txBody>
      </p:sp>
      <p:sp>
        <p:nvSpPr>
          <p:cNvPr id="36" name="TextBox 35">
            <a:extLst>
              <a:ext uri="{FF2B5EF4-FFF2-40B4-BE49-F238E27FC236}">
                <a16:creationId xmlns:a16="http://schemas.microsoft.com/office/drawing/2014/main" id="{522F6018-D752-58E0-4823-ED3B462CCE94}"/>
              </a:ext>
            </a:extLst>
          </p:cNvPr>
          <p:cNvSpPr txBox="1"/>
          <p:nvPr/>
        </p:nvSpPr>
        <p:spPr>
          <a:xfrm>
            <a:off x="6645230" y="4553594"/>
            <a:ext cx="2265882" cy="923330"/>
          </a:xfrm>
          <a:prstGeom prst="rect">
            <a:avLst/>
          </a:prstGeom>
          <a:noFill/>
        </p:spPr>
        <p:txBody>
          <a:bodyPr wrap="square" rtlCol="0">
            <a:spAutoFit/>
          </a:bodyPr>
          <a:lstStyle/>
          <a:p>
            <a:r>
              <a:rPr lang="en-US" dirty="0"/>
              <a:t>Success and Scale Bring Broad Responsibility</a:t>
            </a:r>
          </a:p>
        </p:txBody>
      </p:sp>
    </p:spTree>
    <p:extLst>
      <p:ext uri="{BB962C8B-B14F-4D97-AF65-F5344CB8AC3E}">
        <p14:creationId xmlns:p14="http://schemas.microsoft.com/office/powerpoint/2010/main" val="1247183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9D8400E-70E7-43AF-BEB5-BAE886A5D6A9}"/>
              </a:ext>
            </a:extLst>
          </p:cNvPr>
          <p:cNvSpPr txBox="1"/>
          <p:nvPr/>
        </p:nvSpPr>
        <p:spPr>
          <a:xfrm>
            <a:off x="584593" y="277994"/>
            <a:ext cx="3405099" cy="769441"/>
          </a:xfrm>
          <a:prstGeom prst="rect">
            <a:avLst/>
          </a:prstGeom>
          <a:noFill/>
        </p:spPr>
        <p:txBody>
          <a:bodyPr wrap="none" rtlCol="0">
            <a:spAutoFit/>
          </a:bodyPr>
          <a:lstStyle/>
          <a:p>
            <a:r>
              <a:rPr lang="en-IN" sz="4400" dirty="0">
                <a:latin typeface="Fira Sans Medium" panose="020B0603050000020004" pitchFamily="34" charset="0"/>
              </a:rPr>
              <a:t>Introduction</a:t>
            </a:r>
            <a:endParaRPr lang="en-IN" sz="3600" dirty="0">
              <a:latin typeface="Fira Sans Medium" panose="020B0603050000020004" pitchFamily="34" charset="0"/>
            </a:endParaRPr>
          </a:p>
        </p:txBody>
      </p:sp>
      <p:pic>
        <p:nvPicPr>
          <p:cNvPr id="3" name="Picture 2" descr="A black speaker with a blue light&#10;&#10;Description automatically generated">
            <a:extLst>
              <a:ext uri="{FF2B5EF4-FFF2-40B4-BE49-F238E27FC236}">
                <a16:creationId xmlns:a16="http://schemas.microsoft.com/office/drawing/2014/main" id="{D303C16B-9E14-0D68-5002-F8676CC050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282" y="1047435"/>
            <a:ext cx="3076768" cy="1856232"/>
          </a:xfrm>
          <a:prstGeom prst="rect">
            <a:avLst/>
          </a:prstGeom>
        </p:spPr>
      </p:pic>
      <p:sp>
        <p:nvSpPr>
          <p:cNvPr id="4" name="Right Arrow 3">
            <a:extLst>
              <a:ext uri="{FF2B5EF4-FFF2-40B4-BE49-F238E27FC236}">
                <a16:creationId xmlns:a16="http://schemas.microsoft.com/office/drawing/2014/main" id="{6F5DB499-006F-87E5-7EDD-9FDBF083CC2D}"/>
              </a:ext>
            </a:extLst>
          </p:cNvPr>
          <p:cNvSpPr/>
          <p:nvPr/>
        </p:nvSpPr>
        <p:spPr>
          <a:xfrm>
            <a:off x="3332705" y="1846624"/>
            <a:ext cx="2039815" cy="257854"/>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5E13AD8-99B4-3067-AFB8-42CC3CFEDFFE}"/>
              </a:ext>
            </a:extLst>
          </p:cNvPr>
          <p:cNvSpPr txBox="1"/>
          <p:nvPr/>
        </p:nvSpPr>
        <p:spPr>
          <a:xfrm>
            <a:off x="5425127" y="1642095"/>
            <a:ext cx="2317723" cy="707886"/>
          </a:xfrm>
          <a:prstGeom prst="rect">
            <a:avLst/>
          </a:prstGeom>
          <a:noFill/>
          <a:ln w="25400">
            <a:solidFill>
              <a:schemeClr val="accent2"/>
            </a:solidFill>
          </a:ln>
        </p:spPr>
        <p:txBody>
          <a:bodyPr wrap="square" rtlCol="0">
            <a:spAutoFit/>
          </a:bodyPr>
          <a:lstStyle/>
          <a:p>
            <a:pPr algn="ctr"/>
            <a:r>
              <a:rPr lang="en-US" sz="2000" dirty="0">
                <a:latin typeface="Fira Sans" panose="020B0503050000020004" pitchFamily="34" charset="0"/>
              </a:rPr>
              <a:t>automatic speech recognition (ASR)</a:t>
            </a:r>
          </a:p>
        </p:txBody>
      </p:sp>
      <p:sp>
        <p:nvSpPr>
          <p:cNvPr id="9" name="TextBox 8">
            <a:extLst>
              <a:ext uri="{FF2B5EF4-FFF2-40B4-BE49-F238E27FC236}">
                <a16:creationId xmlns:a16="http://schemas.microsoft.com/office/drawing/2014/main" id="{FEDCBF75-F2E8-0F95-194A-5825C6A2F3D4}"/>
              </a:ext>
            </a:extLst>
          </p:cNvPr>
          <p:cNvSpPr txBox="1"/>
          <p:nvPr/>
        </p:nvSpPr>
        <p:spPr>
          <a:xfrm>
            <a:off x="3332705" y="1477292"/>
            <a:ext cx="1798852" cy="369332"/>
          </a:xfrm>
          <a:prstGeom prst="rect">
            <a:avLst/>
          </a:prstGeom>
          <a:noFill/>
        </p:spPr>
        <p:txBody>
          <a:bodyPr wrap="square" rtlCol="0">
            <a:spAutoFit/>
          </a:bodyPr>
          <a:lstStyle/>
          <a:p>
            <a:r>
              <a:rPr lang="en-US" dirty="0"/>
              <a:t>Record, Transmit</a:t>
            </a:r>
          </a:p>
        </p:txBody>
      </p:sp>
      <p:sp>
        <p:nvSpPr>
          <p:cNvPr id="10" name="Right Arrow 9">
            <a:extLst>
              <a:ext uri="{FF2B5EF4-FFF2-40B4-BE49-F238E27FC236}">
                <a16:creationId xmlns:a16="http://schemas.microsoft.com/office/drawing/2014/main" id="{4FAC8856-EFB1-FBAE-6888-C1DBD597998F}"/>
              </a:ext>
            </a:extLst>
          </p:cNvPr>
          <p:cNvSpPr/>
          <p:nvPr/>
        </p:nvSpPr>
        <p:spPr>
          <a:xfrm>
            <a:off x="7827670" y="1846624"/>
            <a:ext cx="1446960" cy="257854"/>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A6F310D-D7DC-2F5D-7982-EAF4B028F28B}"/>
              </a:ext>
            </a:extLst>
          </p:cNvPr>
          <p:cNvSpPr txBox="1"/>
          <p:nvPr/>
        </p:nvSpPr>
        <p:spPr>
          <a:xfrm>
            <a:off x="9359451" y="1642095"/>
            <a:ext cx="2728716" cy="707886"/>
          </a:xfrm>
          <a:prstGeom prst="rect">
            <a:avLst/>
          </a:prstGeom>
          <a:noFill/>
          <a:ln w="25400">
            <a:solidFill>
              <a:schemeClr val="accent2"/>
            </a:solidFill>
          </a:ln>
        </p:spPr>
        <p:txBody>
          <a:bodyPr wrap="square" rtlCol="0">
            <a:spAutoFit/>
          </a:bodyPr>
          <a:lstStyle/>
          <a:p>
            <a:pPr algn="ctr"/>
            <a:r>
              <a:rPr lang="en-US" sz="2000" dirty="0">
                <a:latin typeface="Fira Sans" panose="020B0503050000020004" pitchFamily="34" charset="0"/>
              </a:rPr>
              <a:t>Natural Language Understanding (NLU)</a:t>
            </a:r>
          </a:p>
        </p:txBody>
      </p:sp>
      <p:sp>
        <p:nvSpPr>
          <p:cNvPr id="12" name="TextBox 11">
            <a:extLst>
              <a:ext uri="{FF2B5EF4-FFF2-40B4-BE49-F238E27FC236}">
                <a16:creationId xmlns:a16="http://schemas.microsoft.com/office/drawing/2014/main" id="{DB119279-F3E8-3FB6-4601-EABF8013C01F}"/>
              </a:ext>
            </a:extLst>
          </p:cNvPr>
          <p:cNvSpPr txBox="1"/>
          <p:nvPr/>
        </p:nvSpPr>
        <p:spPr>
          <a:xfrm>
            <a:off x="8164980" y="1477292"/>
            <a:ext cx="622998" cy="369332"/>
          </a:xfrm>
          <a:prstGeom prst="rect">
            <a:avLst/>
          </a:prstGeom>
          <a:noFill/>
        </p:spPr>
        <p:txBody>
          <a:bodyPr wrap="square" rtlCol="0">
            <a:spAutoFit/>
          </a:bodyPr>
          <a:lstStyle/>
          <a:p>
            <a:r>
              <a:rPr lang="en-US" dirty="0"/>
              <a:t>Text</a:t>
            </a:r>
          </a:p>
        </p:txBody>
      </p:sp>
      <p:sp>
        <p:nvSpPr>
          <p:cNvPr id="13" name="Right Arrow 12">
            <a:extLst>
              <a:ext uri="{FF2B5EF4-FFF2-40B4-BE49-F238E27FC236}">
                <a16:creationId xmlns:a16="http://schemas.microsoft.com/office/drawing/2014/main" id="{8B1002AB-E9CD-6830-1360-AEFC6A8381FC}"/>
              </a:ext>
            </a:extLst>
          </p:cNvPr>
          <p:cNvSpPr/>
          <p:nvPr/>
        </p:nvSpPr>
        <p:spPr>
          <a:xfrm rot="5400000">
            <a:off x="10018713" y="3033425"/>
            <a:ext cx="1417878" cy="257854"/>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3683E89-2454-3FBD-46C8-57DF7DEF080F}"/>
              </a:ext>
            </a:extLst>
          </p:cNvPr>
          <p:cNvSpPr txBox="1"/>
          <p:nvPr/>
        </p:nvSpPr>
        <p:spPr>
          <a:xfrm>
            <a:off x="9359451" y="4129931"/>
            <a:ext cx="2593557" cy="400110"/>
          </a:xfrm>
          <a:prstGeom prst="rect">
            <a:avLst/>
          </a:prstGeom>
          <a:noFill/>
          <a:ln w="25400">
            <a:solidFill>
              <a:schemeClr val="accent2"/>
            </a:solidFill>
          </a:ln>
        </p:spPr>
        <p:txBody>
          <a:bodyPr wrap="square" rtlCol="0">
            <a:spAutoFit/>
          </a:bodyPr>
          <a:lstStyle/>
          <a:p>
            <a:pPr algn="ctr"/>
            <a:r>
              <a:rPr lang="en-US" sz="2000" dirty="0">
                <a:latin typeface="Fira Sans" panose="020B0503050000020004" pitchFamily="34" charset="0"/>
              </a:rPr>
              <a:t>Text to Speech (TTS)</a:t>
            </a:r>
          </a:p>
        </p:txBody>
      </p:sp>
      <p:sp>
        <p:nvSpPr>
          <p:cNvPr id="15" name="TextBox 14">
            <a:extLst>
              <a:ext uri="{FF2B5EF4-FFF2-40B4-BE49-F238E27FC236}">
                <a16:creationId xmlns:a16="http://schemas.microsoft.com/office/drawing/2014/main" id="{06BCA470-DD78-7128-CED1-E52EBB312C24}"/>
              </a:ext>
            </a:extLst>
          </p:cNvPr>
          <p:cNvSpPr txBox="1"/>
          <p:nvPr/>
        </p:nvSpPr>
        <p:spPr>
          <a:xfrm>
            <a:off x="9641814" y="2903667"/>
            <a:ext cx="929966" cy="369332"/>
          </a:xfrm>
          <a:prstGeom prst="rect">
            <a:avLst/>
          </a:prstGeom>
          <a:noFill/>
        </p:spPr>
        <p:txBody>
          <a:bodyPr wrap="square" rtlCol="0">
            <a:spAutoFit/>
          </a:bodyPr>
          <a:lstStyle/>
          <a:p>
            <a:r>
              <a:rPr lang="en-US" dirty="0"/>
              <a:t>Ranking</a:t>
            </a:r>
          </a:p>
        </p:txBody>
      </p:sp>
      <p:sp>
        <p:nvSpPr>
          <p:cNvPr id="16" name="Right Arrow 15">
            <a:extLst>
              <a:ext uri="{FF2B5EF4-FFF2-40B4-BE49-F238E27FC236}">
                <a16:creationId xmlns:a16="http://schemas.microsoft.com/office/drawing/2014/main" id="{8E180284-A4A2-4E5F-266D-F33D6B7BAFFE}"/>
              </a:ext>
            </a:extLst>
          </p:cNvPr>
          <p:cNvSpPr/>
          <p:nvPr/>
        </p:nvSpPr>
        <p:spPr>
          <a:xfrm rot="10800000">
            <a:off x="6566601" y="4201059"/>
            <a:ext cx="2522138" cy="257854"/>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031B114-D65A-D4A3-F8C2-BBFC442F938F}"/>
              </a:ext>
            </a:extLst>
          </p:cNvPr>
          <p:cNvSpPr txBox="1"/>
          <p:nvPr/>
        </p:nvSpPr>
        <p:spPr>
          <a:xfrm>
            <a:off x="1034980" y="4129931"/>
            <a:ext cx="5292132" cy="400110"/>
          </a:xfrm>
          <a:prstGeom prst="rect">
            <a:avLst/>
          </a:prstGeom>
          <a:noFill/>
          <a:ln w="25400">
            <a:solidFill>
              <a:schemeClr val="accent2"/>
            </a:solidFill>
          </a:ln>
        </p:spPr>
        <p:txBody>
          <a:bodyPr wrap="square" rtlCol="0">
            <a:spAutoFit/>
          </a:bodyPr>
          <a:lstStyle/>
          <a:p>
            <a:pPr algn="ctr"/>
            <a:r>
              <a:rPr lang="en-US" sz="2000" dirty="0">
                <a:latin typeface="Fira Sans" panose="020B0503050000020004" pitchFamily="34" charset="0"/>
              </a:rPr>
              <a:t>Around 71 Millions US customers data daily</a:t>
            </a:r>
          </a:p>
        </p:txBody>
      </p:sp>
      <p:sp>
        <p:nvSpPr>
          <p:cNvPr id="18" name="TextBox 17">
            <a:extLst>
              <a:ext uri="{FF2B5EF4-FFF2-40B4-BE49-F238E27FC236}">
                <a16:creationId xmlns:a16="http://schemas.microsoft.com/office/drawing/2014/main" id="{642750FD-EB86-85A3-29B0-6B799A80A503}"/>
              </a:ext>
            </a:extLst>
          </p:cNvPr>
          <p:cNvSpPr txBox="1"/>
          <p:nvPr/>
        </p:nvSpPr>
        <p:spPr>
          <a:xfrm>
            <a:off x="6898788" y="3773557"/>
            <a:ext cx="1688123" cy="369332"/>
          </a:xfrm>
          <a:prstGeom prst="rect">
            <a:avLst/>
          </a:prstGeom>
          <a:noFill/>
        </p:spPr>
        <p:txBody>
          <a:bodyPr wrap="square" rtlCol="0">
            <a:spAutoFit/>
          </a:bodyPr>
          <a:lstStyle/>
          <a:p>
            <a:r>
              <a:rPr lang="en-US" dirty="0"/>
              <a:t>Collect, Storage</a:t>
            </a:r>
          </a:p>
        </p:txBody>
      </p:sp>
      <p:pic>
        <p:nvPicPr>
          <p:cNvPr id="20" name="Picture 19" descr="A blue circle with a black background&#10;&#10;Description automatically generated">
            <a:extLst>
              <a:ext uri="{FF2B5EF4-FFF2-40B4-BE49-F238E27FC236}">
                <a16:creationId xmlns:a16="http://schemas.microsoft.com/office/drawing/2014/main" id="{DBB37E9B-B647-B3D7-ED1B-632BB1A483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69496" y="5910762"/>
            <a:ext cx="1419481" cy="798458"/>
          </a:xfrm>
          <a:prstGeom prst="rect">
            <a:avLst/>
          </a:prstGeom>
        </p:spPr>
      </p:pic>
      <p:sp>
        <p:nvSpPr>
          <p:cNvPr id="21" name="TextBox 20">
            <a:extLst>
              <a:ext uri="{FF2B5EF4-FFF2-40B4-BE49-F238E27FC236}">
                <a16:creationId xmlns:a16="http://schemas.microsoft.com/office/drawing/2014/main" id="{15A70351-DACC-7A8C-44CE-8781C4512E1A}"/>
              </a:ext>
            </a:extLst>
          </p:cNvPr>
          <p:cNvSpPr txBox="1"/>
          <p:nvPr/>
        </p:nvSpPr>
        <p:spPr>
          <a:xfrm>
            <a:off x="3170533" y="4849005"/>
            <a:ext cx="1617785" cy="369332"/>
          </a:xfrm>
          <a:prstGeom prst="rect">
            <a:avLst/>
          </a:prstGeom>
          <a:noFill/>
        </p:spPr>
        <p:txBody>
          <a:bodyPr wrap="square" rtlCol="0">
            <a:spAutoFit/>
          </a:bodyPr>
          <a:lstStyle/>
          <a:p>
            <a:r>
              <a:rPr lang="en-US" dirty="0"/>
              <a:t>Sensitive Data</a:t>
            </a:r>
          </a:p>
        </p:txBody>
      </p:sp>
      <p:sp>
        <p:nvSpPr>
          <p:cNvPr id="22" name="TextBox 21">
            <a:extLst>
              <a:ext uri="{FF2B5EF4-FFF2-40B4-BE49-F238E27FC236}">
                <a16:creationId xmlns:a16="http://schemas.microsoft.com/office/drawing/2014/main" id="{FBC1E5CD-DB7E-9CA5-6B66-D77F1530C3BC}"/>
              </a:ext>
            </a:extLst>
          </p:cNvPr>
          <p:cNvSpPr txBox="1"/>
          <p:nvPr/>
        </p:nvSpPr>
        <p:spPr>
          <a:xfrm>
            <a:off x="1676313" y="5704010"/>
            <a:ext cx="5892464" cy="523220"/>
          </a:xfrm>
          <a:prstGeom prst="rect">
            <a:avLst/>
          </a:prstGeom>
          <a:noFill/>
          <a:ln w="44450">
            <a:solidFill>
              <a:srgbClr val="FF0000"/>
            </a:solidFill>
          </a:ln>
        </p:spPr>
        <p:txBody>
          <a:bodyPr wrap="square" rtlCol="0">
            <a:spAutoFit/>
          </a:bodyPr>
          <a:lstStyle/>
          <a:p>
            <a:r>
              <a:rPr lang="en-US" sz="2800" dirty="0">
                <a:latin typeface="Fira Sans" panose="020B0503050000020004" pitchFamily="34" charset="0"/>
              </a:rPr>
              <a:t>Customer Privacy Matters the most</a:t>
            </a:r>
          </a:p>
        </p:txBody>
      </p:sp>
      <p:sp>
        <p:nvSpPr>
          <p:cNvPr id="23" name="Right Arrow 22">
            <a:extLst>
              <a:ext uri="{FF2B5EF4-FFF2-40B4-BE49-F238E27FC236}">
                <a16:creationId xmlns:a16="http://schemas.microsoft.com/office/drawing/2014/main" id="{C3921DF8-5D0D-2342-6771-EF0D487D550D}"/>
              </a:ext>
            </a:extLst>
          </p:cNvPr>
          <p:cNvSpPr/>
          <p:nvPr/>
        </p:nvSpPr>
        <p:spPr>
          <a:xfrm rot="5400000">
            <a:off x="4379151" y="4926422"/>
            <a:ext cx="744643" cy="257854"/>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406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2C3201A-E9BC-C08B-BC21-1302E6F9F10A}"/>
              </a:ext>
            </a:extLst>
          </p:cNvPr>
          <p:cNvSpPr txBox="1"/>
          <p:nvPr/>
        </p:nvSpPr>
        <p:spPr>
          <a:xfrm>
            <a:off x="654932" y="428719"/>
            <a:ext cx="5541902" cy="769441"/>
          </a:xfrm>
          <a:prstGeom prst="rect">
            <a:avLst/>
          </a:prstGeom>
          <a:noFill/>
        </p:spPr>
        <p:txBody>
          <a:bodyPr wrap="none" rtlCol="0">
            <a:spAutoFit/>
          </a:bodyPr>
          <a:lstStyle/>
          <a:p>
            <a:r>
              <a:rPr lang="en-IN" sz="4400" dirty="0">
                <a:latin typeface="Fira Sans Medium" panose="020B0603050000020004" pitchFamily="34" charset="0"/>
              </a:rPr>
              <a:t>Introduction – Scope</a:t>
            </a:r>
            <a:endParaRPr lang="en-IN" sz="3600" dirty="0">
              <a:latin typeface="Fira Sans Medium" panose="020B0603050000020004" pitchFamily="34" charset="0"/>
            </a:endParaRPr>
          </a:p>
        </p:txBody>
      </p:sp>
      <p:sp>
        <p:nvSpPr>
          <p:cNvPr id="5" name="TextBox 4">
            <a:extLst>
              <a:ext uri="{FF2B5EF4-FFF2-40B4-BE49-F238E27FC236}">
                <a16:creationId xmlns:a16="http://schemas.microsoft.com/office/drawing/2014/main" id="{92EBD6AC-A10E-AC3C-F127-6FE573F1DFEC}"/>
              </a:ext>
            </a:extLst>
          </p:cNvPr>
          <p:cNvSpPr txBox="1"/>
          <p:nvPr/>
        </p:nvSpPr>
        <p:spPr>
          <a:xfrm>
            <a:off x="2773346" y="1286189"/>
            <a:ext cx="7425732" cy="523220"/>
          </a:xfrm>
          <a:prstGeom prst="rect">
            <a:avLst/>
          </a:prstGeom>
          <a:noFill/>
        </p:spPr>
        <p:txBody>
          <a:bodyPr wrap="square" rtlCol="0">
            <a:spAutoFit/>
          </a:bodyPr>
          <a:lstStyle/>
          <a:p>
            <a:r>
              <a:rPr lang="en-US" sz="2800" dirty="0">
                <a:solidFill>
                  <a:schemeClr val="accent2"/>
                </a:solidFill>
              </a:rPr>
              <a:t>Amazon </a:t>
            </a:r>
            <a:r>
              <a:rPr lang="en-US" sz="2800" dirty="0" err="1">
                <a:solidFill>
                  <a:schemeClr val="accent5"/>
                </a:solidFill>
              </a:rPr>
              <a:t>alexa</a:t>
            </a:r>
            <a:r>
              <a:rPr lang="en-US" sz="2800" dirty="0">
                <a:solidFill>
                  <a:schemeClr val="accent2"/>
                </a:solidFill>
              </a:rPr>
              <a:t> provides worldwide service.</a:t>
            </a:r>
          </a:p>
        </p:txBody>
      </p:sp>
      <p:pic>
        <p:nvPicPr>
          <p:cNvPr id="6" name="Picture 5" descr="A blue circle with a black background&#10;&#10;Description automatically generated">
            <a:extLst>
              <a:ext uri="{FF2B5EF4-FFF2-40B4-BE49-F238E27FC236}">
                <a16:creationId xmlns:a16="http://schemas.microsoft.com/office/drawing/2014/main" id="{F17EAAC6-04EC-FE22-F763-A5DA18BC80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3631" y="5897116"/>
            <a:ext cx="1419481" cy="798458"/>
          </a:xfrm>
          <a:prstGeom prst="rect">
            <a:avLst/>
          </a:prstGeom>
        </p:spPr>
      </p:pic>
      <p:pic>
        <p:nvPicPr>
          <p:cNvPr id="8" name="Picture 7" descr="A close-up of a flag&#10;&#10;Description automatically generated">
            <a:extLst>
              <a:ext uri="{FF2B5EF4-FFF2-40B4-BE49-F238E27FC236}">
                <a16:creationId xmlns:a16="http://schemas.microsoft.com/office/drawing/2014/main" id="{587602B7-9229-EC93-978C-FA2D6EE193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932" y="1979044"/>
            <a:ext cx="2725063" cy="2118310"/>
          </a:xfrm>
          <a:prstGeom prst="rect">
            <a:avLst/>
          </a:prstGeom>
        </p:spPr>
      </p:pic>
      <p:pic>
        <p:nvPicPr>
          <p:cNvPr id="10" name="Picture 9" descr="A logo of a kangaroo&#10;&#10;Description automatically generated">
            <a:extLst>
              <a:ext uri="{FF2B5EF4-FFF2-40B4-BE49-F238E27FC236}">
                <a16:creationId xmlns:a16="http://schemas.microsoft.com/office/drawing/2014/main" id="{F34D78E7-2B39-E281-AF82-E2F81E4DDE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05461" y="1979044"/>
            <a:ext cx="3751827" cy="1967104"/>
          </a:xfrm>
          <a:prstGeom prst="rect">
            <a:avLst/>
          </a:prstGeom>
        </p:spPr>
      </p:pic>
      <p:pic>
        <p:nvPicPr>
          <p:cNvPr id="12" name="Picture 11" descr="A red circle with black text&#10;&#10;Description automatically generated">
            <a:extLst>
              <a:ext uri="{FF2B5EF4-FFF2-40B4-BE49-F238E27FC236}">
                <a16:creationId xmlns:a16="http://schemas.microsoft.com/office/drawing/2014/main" id="{ACF2F8CE-DE4A-D9FD-66C0-79EAC4FE323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21918" y="1979044"/>
            <a:ext cx="3415150" cy="2469521"/>
          </a:xfrm>
          <a:prstGeom prst="rect">
            <a:avLst/>
          </a:prstGeom>
        </p:spPr>
      </p:pic>
      <p:pic>
        <p:nvPicPr>
          <p:cNvPr id="14" name="Picture 13" descr="A flag and amazon logo&#10;&#10;Description automatically generated">
            <a:extLst>
              <a:ext uri="{FF2B5EF4-FFF2-40B4-BE49-F238E27FC236}">
                <a16:creationId xmlns:a16="http://schemas.microsoft.com/office/drawing/2014/main" id="{A4A6E835-4F36-72AD-412A-934F258AF68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8857" y="4266989"/>
            <a:ext cx="3581400" cy="2387600"/>
          </a:xfrm>
          <a:prstGeom prst="rect">
            <a:avLst/>
          </a:prstGeom>
        </p:spPr>
      </p:pic>
      <p:pic>
        <p:nvPicPr>
          <p:cNvPr id="16" name="Picture 15" descr="A flag with a green red and white flag&#10;&#10;Description automatically generated">
            <a:extLst>
              <a:ext uri="{FF2B5EF4-FFF2-40B4-BE49-F238E27FC236}">
                <a16:creationId xmlns:a16="http://schemas.microsoft.com/office/drawing/2014/main" id="{D4451A2B-F021-B6EC-C049-E539B12AB06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70083" y="3950055"/>
            <a:ext cx="2844800" cy="2844800"/>
          </a:xfrm>
          <a:prstGeom prst="rect">
            <a:avLst/>
          </a:prstGeom>
        </p:spPr>
      </p:pic>
      <p:pic>
        <p:nvPicPr>
          <p:cNvPr id="18" name="Picture 17" descr="A red yellow and black logo&#10;&#10;Description automatically generated">
            <a:extLst>
              <a:ext uri="{FF2B5EF4-FFF2-40B4-BE49-F238E27FC236}">
                <a16:creationId xmlns:a16="http://schemas.microsoft.com/office/drawing/2014/main" id="{791B2B50-7B67-9321-161C-53877CFFEDC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407093" y="4549979"/>
            <a:ext cx="2844799" cy="1644952"/>
          </a:xfrm>
          <a:prstGeom prst="rect">
            <a:avLst/>
          </a:prstGeom>
        </p:spPr>
      </p:pic>
    </p:spTree>
    <p:extLst>
      <p:ext uri="{BB962C8B-B14F-4D97-AF65-F5344CB8AC3E}">
        <p14:creationId xmlns:p14="http://schemas.microsoft.com/office/powerpoint/2010/main" val="4128489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7A979EA-BCB0-C958-42AE-76883C410F8D}"/>
              </a:ext>
            </a:extLst>
          </p:cNvPr>
          <p:cNvSpPr txBox="1"/>
          <p:nvPr/>
        </p:nvSpPr>
        <p:spPr>
          <a:xfrm>
            <a:off x="474061" y="468913"/>
            <a:ext cx="5458546" cy="769441"/>
          </a:xfrm>
          <a:prstGeom prst="rect">
            <a:avLst/>
          </a:prstGeom>
          <a:noFill/>
        </p:spPr>
        <p:txBody>
          <a:bodyPr wrap="none" rtlCol="0">
            <a:spAutoFit/>
          </a:bodyPr>
          <a:lstStyle/>
          <a:p>
            <a:r>
              <a:rPr lang="en-IN" sz="4400" dirty="0">
                <a:latin typeface="Fira Sans Medium" panose="020B0603050000020004" pitchFamily="34" charset="0"/>
              </a:rPr>
              <a:t>Problem Statements</a:t>
            </a:r>
            <a:endParaRPr lang="en-IN" sz="3600" dirty="0">
              <a:latin typeface="Fira Sans Medium" panose="020B0603050000020004" pitchFamily="34" charset="0"/>
            </a:endParaRPr>
          </a:p>
        </p:txBody>
      </p:sp>
      <p:sp>
        <p:nvSpPr>
          <p:cNvPr id="5" name="TextBox 4">
            <a:extLst>
              <a:ext uri="{FF2B5EF4-FFF2-40B4-BE49-F238E27FC236}">
                <a16:creationId xmlns:a16="http://schemas.microsoft.com/office/drawing/2014/main" id="{514F74B6-95A5-0D42-DCF7-5CE7DF1F1F0D}"/>
              </a:ext>
            </a:extLst>
          </p:cNvPr>
          <p:cNvSpPr txBox="1"/>
          <p:nvPr/>
        </p:nvSpPr>
        <p:spPr>
          <a:xfrm>
            <a:off x="637126" y="1626050"/>
            <a:ext cx="11310364" cy="4154984"/>
          </a:xfrm>
          <a:prstGeom prst="rect">
            <a:avLst/>
          </a:prstGeom>
          <a:noFill/>
          <a:ln w="47625">
            <a:solidFill>
              <a:schemeClr val="accent2"/>
            </a:solidFill>
          </a:ln>
        </p:spPr>
        <p:txBody>
          <a:bodyPr wrap="square" rtlCol="0">
            <a:spAutoFit/>
          </a:bodyPr>
          <a:lstStyle/>
          <a:p>
            <a:pPr marL="342900" indent="-342900">
              <a:buFont typeface="+mj-lt"/>
              <a:buAutoNum type="arabicPeriod"/>
            </a:pPr>
            <a:endParaRPr lang="en-US" dirty="0">
              <a:solidFill>
                <a:srgbClr val="FFA542"/>
              </a:solidFill>
            </a:endParaRPr>
          </a:p>
          <a:p>
            <a:pPr marL="342900" indent="-342900">
              <a:buFont typeface="+mj-lt"/>
              <a:buAutoNum type="arabicPeriod"/>
            </a:pPr>
            <a:endParaRPr lang="en-US" dirty="0">
              <a:solidFill>
                <a:srgbClr val="FFA542"/>
              </a:solidFill>
            </a:endParaRPr>
          </a:p>
          <a:p>
            <a:pPr marL="342900" indent="-342900">
              <a:buFont typeface="+mj-lt"/>
              <a:buAutoNum type="arabicPeriod"/>
            </a:pPr>
            <a:r>
              <a:rPr lang="en-US" sz="2400" dirty="0">
                <a:latin typeface="Fira Sans" panose="020B0503050000020004" pitchFamily="34" charset="0"/>
              </a:rPr>
              <a:t>The NLU and LLM are not able to 100% correctly recognize and process the customer spoken languages.</a:t>
            </a:r>
          </a:p>
          <a:p>
            <a:pPr marL="342900" indent="-342900">
              <a:buFont typeface="+mj-lt"/>
              <a:buAutoNum type="arabicPeriod"/>
            </a:pPr>
            <a:endParaRPr lang="en-US" sz="2400" dirty="0">
              <a:latin typeface="Fira Sans" panose="020B0503050000020004" pitchFamily="34" charset="0"/>
            </a:endParaRPr>
          </a:p>
          <a:p>
            <a:pPr marL="342900" indent="-342900">
              <a:buFont typeface="+mj-lt"/>
              <a:buAutoNum type="arabicPeriod"/>
            </a:pPr>
            <a:r>
              <a:rPr lang="en-US" sz="2400" dirty="0">
                <a:latin typeface="Fira Sans" panose="020B0503050000020004" pitchFamily="34" charset="0"/>
              </a:rPr>
              <a:t>There is a machine learning algorithm to detect the defective processing and recognition.</a:t>
            </a:r>
          </a:p>
          <a:p>
            <a:pPr marL="342900" indent="-342900">
              <a:buFont typeface="+mj-lt"/>
              <a:buAutoNum type="arabicPeriod"/>
            </a:pPr>
            <a:endParaRPr lang="en-US" sz="2400" dirty="0">
              <a:latin typeface="Fira Sans" panose="020B0503050000020004" pitchFamily="34" charset="0"/>
            </a:endParaRPr>
          </a:p>
          <a:p>
            <a:pPr marL="342900" indent="-342900">
              <a:buFont typeface="+mj-lt"/>
              <a:buAutoNum type="arabicPeriod"/>
            </a:pPr>
            <a:r>
              <a:rPr lang="en-US" sz="2400" dirty="0">
                <a:latin typeface="Fira Sans" panose="020B0503050000020004" pitchFamily="34" charset="0"/>
              </a:rPr>
              <a:t>Detecting the anomaly defective utterance helps improve our NLU and LLM, eventually customer satisfactory.</a:t>
            </a:r>
          </a:p>
          <a:p>
            <a:endParaRPr lang="en-US" dirty="0">
              <a:solidFill>
                <a:srgbClr val="FFA542"/>
              </a:solidFill>
            </a:endParaRPr>
          </a:p>
          <a:p>
            <a:endParaRPr lang="en-US" dirty="0">
              <a:solidFill>
                <a:srgbClr val="FFA542"/>
              </a:solidFill>
            </a:endParaRPr>
          </a:p>
        </p:txBody>
      </p:sp>
      <p:pic>
        <p:nvPicPr>
          <p:cNvPr id="6" name="Picture 5" descr="A blue circle with a black background&#10;&#10;Description automatically generated">
            <a:extLst>
              <a:ext uri="{FF2B5EF4-FFF2-40B4-BE49-F238E27FC236}">
                <a16:creationId xmlns:a16="http://schemas.microsoft.com/office/drawing/2014/main" id="{4242374B-5499-E8E1-FA67-AAA6713250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72519" y="5878286"/>
            <a:ext cx="1419481" cy="798458"/>
          </a:xfrm>
          <a:prstGeom prst="rect">
            <a:avLst/>
          </a:prstGeom>
        </p:spPr>
      </p:pic>
    </p:spTree>
    <p:extLst>
      <p:ext uri="{BB962C8B-B14F-4D97-AF65-F5344CB8AC3E}">
        <p14:creationId xmlns:p14="http://schemas.microsoft.com/office/powerpoint/2010/main" val="3519918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41A936A-5738-C666-A48F-590A10B3725E}"/>
              </a:ext>
            </a:extLst>
          </p:cNvPr>
          <p:cNvSpPr txBox="1"/>
          <p:nvPr/>
        </p:nvSpPr>
        <p:spPr>
          <a:xfrm>
            <a:off x="474061" y="468913"/>
            <a:ext cx="3967753" cy="769441"/>
          </a:xfrm>
          <a:prstGeom prst="rect">
            <a:avLst/>
          </a:prstGeom>
          <a:noFill/>
        </p:spPr>
        <p:txBody>
          <a:bodyPr wrap="none" rtlCol="0">
            <a:spAutoFit/>
          </a:bodyPr>
          <a:lstStyle/>
          <a:p>
            <a:r>
              <a:rPr lang="en-IN" sz="4400" dirty="0">
                <a:latin typeface="Fira Sans Medium" panose="020B0603050000020004" pitchFamily="34" charset="0"/>
              </a:rPr>
              <a:t>Measurements</a:t>
            </a:r>
            <a:endParaRPr lang="en-IN" sz="3600" dirty="0">
              <a:latin typeface="Fira Sans Medium" panose="020B0603050000020004" pitchFamily="34" charset="0"/>
            </a:endParaRPr>
          </a:p>
        </p:txBody>
      </p:sp>
      <p:pic>
        <p:nvPicPr>
          <p:cNvPr id="5" name="Picture 4" descr="A blue circle with a black background&#10;&#10;Description automatically generated">
            <a:extLst>
              <a:ext uri="{FF2B5EF4-FFF2-40B4-BE49-F238E27FC236}">
                <a16:creationId xmlns:a16="http://schemas.microsoft.com/office/drawing/2014/main" id="{7EDECDD2-6672-9E6E-B2B2-90ADE902E8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72519" y="5878286"/>
            <a:ext cx="1419481" cy="798458"/>
          </a:xfrm>
          <a:prstGeom prst="rect">
            <a:avLst/>
          </a:prstGeom>
        </p:spPr>
      </p:pic>
      <p:sp>
        <p:nvSpPr>
          <p:cNvPr id="6" name="TextBox 5">
            <a:extLst>
              <a:ext uri="{FF2B5EF4-FFF2-40B4-BE49-F238E27FC236}">
                <a16:creationId xmlns:a16="http://schemas.microsoft.com/office/drawing/2014/main" id="{245E860C-576C-29A8-6AA2-A3789F450BCB}"/>
              </a:ext>
            </a:extLst>
          </p:cNvPr>
          <p:cNvSpPr txBox="1"/>
          <p:nvPr/>
        </p:nvSpPr>
        <p:spPr>
          <a:xfrm>
            <a:off x="673239" y="1798656"/>
            <a:ext cx="10892414" cy="3539430"/>
          </a:xfrm>
          <a:prstGeom prst="rect">
            <a:avLst/>
          </a:prstGeom>
          <a:noFill/>
          <a:ln w="47625">
            <a:solidFill>
              <a:schemeClr val="accent2"/>
            </a:solidFill>
          </a:ln>
        </p:spPr>
        <p:txBody>
          <a:bodyPr wrap="square" rtlCol="0">
            <a:spAutoFit/>
          </a:bodyPr>
          <a:lstStyle/>
          <a:p>
            <a:pPr marL="342900" indent="-342900">
              <a:buFont typeface="+mj-lt"/>
              <a:buAutoNum type="arabicPeriod"/>
            </a:pPr>
            <a:r>
              <a:rPr lang="en-US" sz="3200" dirty="0">
                <a:latin typeface="Fira Sans" panose="020B0503050000020004" pitchFamily="34" charset="0"/>
              </a:rPr>
              <a:t>There are many </a:t>
            </a:r>
            <a:r>
              <a:rPr lang="en-US" sz="3200" dirty="0" err="1">
                <a:latin typeface="Fira Sans" panose="020B0503050000020004" pitchFamily="34" charset="0"/>
              </a:rPr>
              <a:t>alexa</a:t>
            </a:r>
            <a:r>
              <a:rPr lang="en-US" sz="3200" dirty="0">
                <a:latin typeface="Fira Sans" panose="020B0503050000020004" pitchFamily="34" charset="0"/>
              </a:rPr>
              <a:t> key performance indicators.</a:t>
            </a:r>
          </a:p>
          <a:p>
            <a:pPr marL="342900" indent="-342900">
              <a:buFont typeface="+mj-lt"/>
              <a:buAutoNum type="arabicPeriod"/>
            </a:pPr>
            <a:endParaRPr lang="en-US" sz="3200" dirty="0">
              <a:latin typeface="Fira Sans" panose="020B0503050000020004" pitchFamily="34" charset="0"/>
            </a:endParaRPr>
          </a:p>
          <a:p>
            <a:pPr marL="342900" indent="-342900">
              <a:buFont typeface="+mj-lt"/>
              <a:buAutoNum type="arabicPeriod"/>
            </a:pPr>
            <a:r>
              <a:rPr lang="en-US" sz="3200" dirty="0">
                <a:latin typeface="Fira Sans" panose="020B0503050000020004" pitchFamily="34" charset="0"/>
              </a:rPr>
              <a:t>Monitor these KPIs to detect defective utterance.</a:t>
            </a:r>
          </a:p>
          <a:p>
            <a:pPr marL="342900" indent="-342900">
              <a:buFont typeface="+mj-lt"/>
              <a:buAutoNum type="arabicPeriod"/>
            </a:pPr>
            <a:endParaRPr lang="en-US" sz="3200" dirty="0">
              <a:latin typeface="Fira Sans" panose="020B0503050000020004" pitchFamily="34" charset="0"/>
            </a:endParaRPr>
          </a:p>
          <a:p>
            <a:pPr marL="342900" indent="-342900">
              <a:buFont typeface="+mj-lt"/>
              <a:buAutoNum type="arabicPeriod"/>
            </a:pPr>
            <a:r>
              <a:rPr lang="en-US" sz="3200" dirty="0">
                <a:latin typeface="Fira Sans" panose="020B0503050000020004" pitchFamily="34" charset="0"/>
              </a:rPr>
              <a:t>These KPIs are generating each day forming time series.</a:t>
            </a:r>
          </a:p>
          <a:p>
            <a:pPr marL="342900" indent="-342900">
              <a:buFont typeface="+mj-lt"/>
              <a:buAutoNum type="arabicPeriod"/>
            </a:pPr>
            <a:endParaRPr lang="en-US" sz="3200" dirty="0">
              <a:latin typeface="Fira Sans" panose="020B0503050000020004" pitchFamily="34" charset="0"/>
            </a:endParaRPr>
          </a:p>
          <a:p>
            <a:pPr marL="342900" indent="-342900">
              <a:buFont typeface="+mj-lt"/>
              <a:buAutoNum type="arabicPeriod"/>
            </a:pPr>
            <a:r>
              <a:rPr lang="en-US" sz="3200" dirty="0">
                <a:latin typeface="Fira Sans" panose="020B0503050000020004" pitchFamily="34" charset="0"/>
              </a:rPr>
              <a:t>Build times series models on KPIs to detect anomaly.</a:t>
            </a:r>
          </a:p>
        </p:txBody>
      </p:sp>
    </p:spTree>
    <p:extLst>
      <p:ext uri="{BB962C8B-B14F-4D97-AF65-F5344CB8AC3E}">
        <p14:creationId xmlns:p14="http://schemas.microsoft.com/office/powerpoint/2010/main" val="2018621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5BF2878-8E3E-8F24-A549-FC22831253AD}"/>
              </a:ext>
            </a:extLst>
          </p:cNvPr>
          <p:cNvSpPr txBox="1"/>
          <p:nvPr/>
        </p:nvSpPr>
        <p:spPr>
          <a:xfrm>
            <a:off x="584593" y="127269"/>
            <a:ext cx="5841664" cy="769441"/>
          </a:xfrm>
          <a:prstGeom prst="rect">
            <a:avLst/>
          </a:prstGeom>
          <a:noFill/>
        </p:spPr>
        <p:txBody>
          <a:bodyPr wrap="none" rtlCol="0">
            <a:spAutoFit/>
          </a:bodyPr>
          <a:lstStyle/>
          <a:p>
            <a:r>
              <a:rPr lang="en-IN" sz="4400" dirty="0">
                <a:latin typeface="Fira Sans Medium" panose="020B0603050000020004" pitchFamily="34" charset="0"/>
              </a:rPr>
              <a:t>Time Series Modelling</a:t>
            </a:r>
            <a:endParaRPr lang="en-IN" sz="3600" dirty="0">
              <a:latin typeface="Fira Sans Medium" panose="020B0603050000020004" pitchFamily="34" charset="0"/>
            </a:endParaRPr>
          </a:p>
        </p:txBody>
      </p:sp>
      <p:pic>
        <p:nvPicPr>
          <p:cNvPr id="5" name="Picture 4" descr="A blue circle with a black background&#10;&#10;Description automatically generated">
            <a:extLst>
              <a:ext uri="{FF2B5EF4-FFF2-40B4-BE49-F238E27FC236}">
                <a16:creationId xmlns:a16="http://schemas.microsoft.com/office/drawing/2014/main" id="{0107E6F4-72A5-A1A3-1820-9FDDA875E0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72519" y="5878286"/>
            <a:ext cx="1419481" cy="798458"/>
          </a:xfrm>
          <a:prstGeom prst="rect">
            <a:avLst/>
          </a:prstGeom>
        </p:spPr>
      </p:pic>
      <p:sp>
        <p:nvSpPr>
          <p:cNvPr id="8" name="TextBox 7">
            <a:extLst>
              <a:ext uri="{FF2B5EF4-FFF2-40B4-BE49-F238E27FC236}">
                <a16:creationId xmlns:a16="http://schemas.microsoft.com/office/drawing/2014/main" id="{B245407D-7CD5-7815-5014-43DB4ED630D4}"/>
              </a:ext>
            </a:extLst>
          </p:cNvPr>
          <p:cNvSpPr txBox="1"/>
          <p:nvPr/>
        </p:nvSpPr>
        <p:spPr>
          <a:xfrm>
            <a:off x="683287" y="974690"/>
            <a:ext cx="6069205" cy="5586145"/>
          </a:xfrm>
          <a:prstGeom prst="rect">
            <a:avLst/>
          </a:prstGeom>
          <a:noFill/>
          <a:ln w="34925">
            <a:solidFill>
              <a:schemeClr val="accent2"/>
            </a:solidFill>
          </a:ln>
        </p:spPr>
        <p:txBody>
          <a:bodyPr wrap="square" rtlCol="0">
            <a:spAutoFit/>
          </a:bodyPr>
          <a:lstStyle/>
          <a:p>
            <a:pPr marL="342900" indent="-342900">
              <a:buFont typeface="+mj-lt"/>
              <a:buAutoNum type="arabicPeriod"/>
            </a:pPr>
            <a:r>
              <a:rPr lang="en-US" sz="2100" dirty="0">
                <a:latin typeface="Fira Sans" panose="020B0503050000020004" pitchFamily="34" charset="0"/>
              </a:rPr>
              <a:t>Holt-Winters Models</a:t>
            </a:r>
          </a:p>
          <a:p>
            <a:pPr marL="342900" indent="-342900">
              <a:buFont typeface="+mj-lt"/>
              <a:buAutoNum type="arabicPeriod"/>
            </a:pPr>
            <a:endParaRPr lang="en-US" sz="2100" dirty="0">
              <a:latin typeface="Fira Sans" panose="020B0503050000020004" pitchFamily="34" charset="0"/>
            </a:endParaRPr>
          </a:p>
          <a:p>
            <a:pPr marL="342900" indent="-342900">
              <a:buFont typeface="+mj-lt"/>
              <a:buAutoNum type="arabicPeriod"/>
            </a:pPr>
            <a:r>
              <a:rPr lang="en-US" sz="2100" dirty="0">
                <a:latin typeface="Fira Sans" panose="020B0503050000020004" pitchFamily="34" charset="0"/>
              </a:rPr>
              <a:t>Prophet Model</a:t>
            </a:r>
          </a:p>
          <a:p>
            <a:pPr marL="342900" indent="-342900">
              <a:buFont typeface="+mj-lt"/>
              <a:buAutoNum type="arabicPeriod"/>
            </a:pPr>
            <a:endParaRPr lang="en-US" sz="2100" dirty="0">
              <a:latin typeface="Fira Sans" panose="020B0503050000020004" pitchFamily="34" charset="0"/>
            </a:endParaRPr>
          </a:p>
          <a:p>
            <a:pPr marL="342900" indent="-342900">
              <a:buFont typeface="+mj-lt"/>
              <a:buAutoNum type="arabicPeriod"/>
            </a:pPr>
            <a:r>
              <a:rPr lang="en-US" sz="2100" dirty="0">
                <a:latin typeface="Fira Sans" panose="020B0503050000020004" pitchFamily="34" charset="0"/>
              </a:rPr>
              <a:t>Neural Prophet Model</a:t>
            </a:r>
          </a:p>
          <a:p>
            <a:pPr marL="342900" indent="-342900">
              <a:buFont typeface="+mj-lt"/>
              <a:buAutoNum type="arabicPeriod"/>
            </a:pPr>
            <a:endParaRPr lang="en-US" sz="2100" dirty="0">
              <a:latin typeface="Fira Sans" panose="020B0503050000020004" pitchFamily="34" charset="0"/>
            </a:endParaRPr>
          </a:p>
          <a:p>
            <a:pPr marL="342900" indent="-342900">
              <a:buFont typeface="+mj-lt"/>
              <a:buAutoNum type="arabicPeriod"/>
            </a:pPr>
            <a:r>
              <a:rPr lang="en-US" sz="2100" dirty="0">
                <a:latin typeface="Fira Sans" panose="020B0503050000020004" pitchFamily="34" charset="0"/>
              </a:rPr>
              <a:t>Seasonal ARIMA Model</a:t>
            </a:r>
          </a:p>
          <a:p>
            <a:pPr marL="342900" indent="-342900">
              <a:buFont typeface="+mj-lt"/>
              <a:buAutoNum type="arabicPeriod"/>
            </a:pPr>
            <a:endParaRPr lang="en-US" sz="2100" dirty="0">
              <a:latin typeface="Fira Sans" panose="020B0503050000020004" pitchFamily="34" charset="0"/>
            </a:endParaRPr>
          </a:p>
          <a:p>
            <a:pPr marL="342900" indent="-342900">
              <a:buFont typeface="+mj-lt"/>
              <a:buAutoNum type="arabicPeriod"/>
            </a:pPr>
            <a:r>
              <a:rPr lang="en-US" sz="2100" dirty="0">
                <a:latin typeface="Fira Sans" panose="020B0503050000020004" pitchFamily="34" charset="0"/>
              </a:rPr>
              <a:t>Neural Network Autoregressive Model</a:t>
            </a:r>
          </a:p>
          <a:p>
            <a:pPr marL="342900" indent="-342900">
              <a:buFont typeface="+mj-lt"/>
              <a:buAutoNum type="arabicPeriod"/>
            </a:pPr>
            <a:endParaRPr lang="en-US" sz="2100" dirty="0">
              <a:latin typeface="Fira Sans" panose="020B0503050000020004" pitchFamily="34" charset="0"/>
            </a:endParaRPr>
          </a:p>
          <a:p>
            <a:pPr marL="342900" indent="-342900">
              <a:buFont typeface="+mj-lt"/>
              <a:buAutoNum type="arabicPeriod"/>
            </a:pPr>
            <a:r>
              <a:rPr lang="en-US" sz="2100" dirty="0">
                <a:latin typeface="Fira Sans" panose="020B0503050000020004" pitchFamily="34" charset="0"/>
              </a:rPr>
              <a:t>Dynamic Regression with SARIMA error Model</a:t>
            </a:r>
          </a:p>
          <a:p>
            <a:pPr marL="342900" indent="-342900">
              <a:buFont typeface="+mj-lt"/>
              <a:buAutoNum type="arabicPeriod"/>
            </a:pPr>
            <a:endParaRPr lang="en-US" sz="2100" dirty="0">
              <a:latin typeface="Fira Sans" panose="020B0503050000020004" pitchFamily="34" charset="0"/>
            </a:endParaRPr>
          </a:p>
          <a:p>
            <a:pPr marL="342900" indent="-342900">
              <a:buFont typeface="+mj-lt"/>
              <a:buAutoNum type="arabicPeriod"/>
            </a:pPr>
            <a:r>
              <a:rPr lang="en-US" sz="2100" dirty="0">
                <a:latin typeface="Fira Sans" panose="020B0503050000020004" pitchFamily="34" charset="0"/>
              </a:rPr>
              <a:t>Ensemble Model of selected single TS models</a:t>
            </a:r>
          </a:p>
          <a:p>
            <a:pPr marL="342900" indent="-342900">
              <a:buFont typeface="+mj-lt"/>
              <a:buAutoNum type="arabicPeriod"/>
            </a:pPr>
            <a:endParaRPr lang="en-US" sz="2100" dirty="0">
              <a:latin typeface="Fira Sans" panose="020B0503050000020004" pitchFamily="34" charset="0"/>
            </a:endParaRPr>
          </a:p>
          <a:p>
            <a:pPr marL="342900" indent="-342900">
              <a:buFont typeface="+mj-lt"/>
              <a:buAutoNum type="arabicPeriod"/>
            </a:pPr>
            <a:r>
              <a:rPr lang="en-US" sz="2100" dirty="0">
                <a:latin typeface="Fira Sans" panose="020B0503050000020004" pitchFamily="34" charset="0"/>
              </a:rPr>
              <a:t>Grouped Cross Model</a:t>
            </a:r>
          </a:p>
          <a:p>
            <a:pPr marL="342900" indent="-342900">
              <a:buFont typeface="+mj-lt"/>
              <a:buAutoNum type="arabicPeriod"/>
            </a:pPr>
            <a:endParaRPr lang="en-US" sz="2100" dirty="0">
              <a:latin typeface="Fira Sans" panose="020B0503050000020004" pitchFamily="34" charset="0"/>
            </a:endParaRPr>
          </a:p>
          <a:p>
            <a:pPr marL="342900" indent="-342900">
              <a:buFont typeface="+mj-lt"/>
              <a:buAutoNum type="arabicPeriod"/>
            </a:pPr>
            <a:r>
              <a:rPr lang="en-US" sz="2100" dirty="0">
                <a:latin typeface="Fira Sans" panose="020B0503050000020004" pitchFamily="34" charset="0"/>
              </a:rPr>
              <a:t>Hierarchical Nested Model</a:t>
            </a:r>
          </a:p>
        </p:txBody>
      </p:sp>
      <p:pic>
        <p:nvPicPr>
          <p:cNvPr id="10" name="Picture 9" descr="A graph showing the time series seasonality&#10;&#10;Description automatically generated">
            <a:extLst>
              <a:ext uri="{FF2B5EF4-FFF2-40B4-BE49-F238E27FC236}">
                <a16:creationId xmlns:a16="http://schemas.microsoft.com/office/drawing/2014/main" id="{E0121818-43C3-64F0-4706-1DDB8C4909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24306" y="1798655"/>
            <a:ext cx="5367694" cy="3033486"/>
          </a:xfrm>
          <a:prstGeom prst="rect">
            <a:avLst/>
          </a:prstGeom>
        </p:spPr>
      </p:pic>
    </p:spTree>
    <p:extLst>
      <p:ext uri="{BB962C8B-B14F-4D97-AF65-F5344CB8AC3E}">
        <p14:creationId xmlns:p14="http://schemas.microsoft.com/office/powerpoint/2010/main" val="21050487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15787C2-8FC4-D1A8-0F43-37491E1A9313}"/>
              </a:ext>
            </a:extLst>
          </p:cNvPr>
          <p:cNvSpPr txBox="1"/>
          <p:nvPr/>
        </p:nvSpPr>
        <p:spPr>
          <a:xfrm>
            <a:off x="524303" y="368429"/>
            <a:ext cx="6936514" cy="769441"/>
          </a:xfrm>
          <a:prstGeom prst="rect">
            <a:avLst/>
          </a:prstGeom>
          <a:noFill/>
        </p:spPr>
        <p:txBody>
          <a:bodyPr wrap="none" rtlCol="0">
            <a:spAutoFit/>
          </a:bodyPr>
          <a:lstStyle/>
          <a:p>
            <a:r>
              <a:rPr lang="en-IN" sz="4400" dirty="0">
                <a:latin typeface="Fira Sans Medium" panose="020B0603050000020004" pitchFamily="34" charset="0"/>
              </a:rPr>
              <a:t>Compare different models</a:t>
            </a:r>
            <a:endParaRPr lang="en-IN" sz="3600" dirty="0">
              <a:latin typeface="Fira Sans Medium" panose="020B0603050000020004" pitchFamily="34" charset="0"/>
            </a:endParaRPr>
          </a:p>
        </p:txBody>
      </p:sp>
      <p:sp>
        <p:nvSpPr>
          <p:cNvPr id="5" name="TextBox 4">
            <a:extLst>
              <a:ext uri="{FF2B5EF4-FFF2-40B4-BE49-F238E27FC236}">
                <a16:creationId xmlns:a16="http://schemas.microsoft.com/office/drawing/2014/main" id="{353D6D96-CF62-4221-04FE-F8DC372F1796}"/>
              </a:ext>
            </a:extLst>
          </p:cNvPr>
          <p:cNvSpPr txBox="1"/>
          <p:nvPr/>
        </p:nvSpPr>
        <p:spPr>
          <a:xfrm>
            <a:off x="773723" y="1467059"/>
            <a:ext cx="3084844" cy="4708981"/>
          </a:xfrm>
          <a:prstGeom prst="rect">
            <a:avLst/>
          </a:prstGeom>
          <a:noFill/>
          <a:ln w="44450">
            <a:solidFill>
              <a:schemeClr val="accent2"/>
            </a:solidFill>
          </a:ln>
        </p:spPr>
        <p:txBody>
          <a:bodyPr wrap="square" rtlCol="0">
            <a:spAutoFit/>
          </a:bodyPr>
          <a:lstStyle/>
          <a:p>
            <a:pPr marL="342900" indent="-342900">
              <a:buAutoNum type="arabicPeriod"/>
            </a:pPr>
            <a:r>
              <a:rPr lang="en-US" sz="2000" dirty="0">
                <a:latin typeface="Fira Sans" panose="020B0503050000020004" pitchFamily="34" charset="0"/>
              </a:rPr>
              <a:t>AIC</a:t>
            </a:r>
          </a:p>
          <a:p>
            <a:pPr marL="342900" indent="-342900">
              <a:buAutoNum type="arabicPeriod"/>
            </a:pPr>
            <a:endParaRPr lang="en-US" sz="2000" dirty="0">
              <a:latin typeface="Fira Sans" panose="020B0503050000020004" pitchFamily="34" charset="0"/>
            </a:endParaRPr>
          </a:p>
          <a:p>
            <a:pPr marL="342900" indent="-342900">
              <a:buAutoNum type="arabicPeriod"/>
            </a:pPr>
            <a:r>
              <a:rPr lang="en-US" sz="2000" dirty="0">
                <a:latin typeface="Fira Sans" panose="020B0503050000020004" pitchFamily="34" charset="0"/>
              </a:rPr>
              <a:t>BIC</a:t>
            </a:r>
          </a:p>
          <a:p>
            <a:pPr marL="342900" indent="-342900">
              <a:buAutoNum type="arabicPeriod"/>
            </a:pPr>
            <a:endParaRPr lang="en-US" sz="2000" dirty="0">
              <a:latin typeface="Fira Sans" panose="020B0503050000020004" pitchFamily="34" charset="0"/>
            </a:endParaRPr>
          </a:p>
          <a:p>
            <a:pPr marL="342900" indent="-342900">
              <a:buAutoNum type="arabicPeriod"/>
            </a:pPr>
            <a:r>
              <a:rPr lang="en-US" sz="2000" dirty="0" err="1">
                <a:latin typeface="Fira Sans" panose="020B0503050000020004" pitchFamily="34" charset="0"/>
              </a:rPr>
              <a:t>AICc</a:t>
            </a:r>
            <a:endParaRPr lang="en-US" sz="2000" dirty="0">
              <a:latin typeface="Fira Sans" panose="020B0503050000020004" pitchFamily="34" charset="0"/>
            </a:endParaRPr>
          </a:p>
          <a:p>
            <a:pPr marL="342900" indent="-342900">
              <a:buAutoNum type="arabicPeriod"/>
            </a:pPr>
            <a:endParaRPr lang="en-US" sz="2000" dirty="0">
              <a:latin typeface="Fira Sans" panose="020B0503050000020004" pitchFamily="34" charset="0"/>
            </a:endParaRPr>
          </a:p>
          <a:p>
            <a:pPr marL="342900" indent="-342900">
              <a:buAutoNum type="arabicPeriod"/>
            </a:pPr>
            <a:r>
              <a:rPr lang="en-US" sz="2000" dirty="0">
                <a:latin typeface="Fira Sans" panose="020B0503050000020004" pitchFamily="34" charset="0"/>
              </a:rPr>
              <a:t>MAE</a:t>
            </a:r>
          </a:p>
          <a:p>
            <a:pPr marL="342900" indent="-342900">
              <a:buAutoNum type="arabicPeriod"/>
            </a:pPr>
            <a:endParaRPr lang="en-US" sz="2000" dirty="0">
              <a:latin typeface="Fira Sans" panose="020B0503050000020004" pitchFamily="34" charset="0"/>
            </a:endParaRPr>
          </a:p>
          <a:p>
            <a:pPr marL="342900" indent="-342900">
              <a:buAutoNum type="arabicPeriod"/>
            </a:pPr>
            <a:r>
              <a:rPr lang="en-US" sz="2000" dirty="0">
                <a:latin typeface="Fira Sans" panose="020B0503050000020004" pitchFamily="34" charset="0"/>
              </a:rPr>
              <a:t>RMSE</a:t>
            </a:r>
          </a:p>
          <a:p>
            <a:pPr marL="342900" indent="-342900">
              <a:buAutoNum type="arabicPeriod"/>
            </a:pPr>
            <a:endParaRPr lang="en-US" sz="2000" dirty="0">
              <a:latin typeface="Fira Sans" panose="020B0503050000020004" pitchFamily="34" charset="0"/>
            </a:endParaRPr>
          </a:p>
          <a:p>
            <a:pPr marL="342900" indent="-342900">
              <a:buAutoNum type="arabicPeriod"/>
            </a:pPr>
            <a:r>
              <a:rPr lang="en-US" sz="2000" dirty="0">
                <a:latin typeface="Fira Sans" panose="020B0503050000020004" pitchFamily="34" charset="0"/>
              </a:rPr>
              <a:t>MAPE</a:t>
            </a:r>
          </a:p>
          <a:p>
            <a:pPr marL="342900" indent="-342900">
              <a:buAutoNum type="arabicPeriod"/>
            </a:pPr>
            <a:endParaRPr lang="en-US" sz="2000" dirty="0">
              <a:latin typeface="Fira Sans" panose="020B0503050000020004" pitchFamily="34" charset="0"/>
            </a:endParaRPr>
          </a:p>
          <a:p>
            <a:pPr marL="342900" indent="-342900">
              <a:buAutoNum type="arabicPeriod"/>
            </a:pPr>
            <a:r>
              <a:rPr lang="en-US" sz="2000" dirty="0">
                <a:latin typeface="Fira Sans" panose="020B0503050000020004" pitchFamily="34" charset="0"/>
              </a:rPr>
              <a:t>Coverage Probability</a:t>
            </a:r>
          </a:p>
          <a:p>
            <a:pPr marL="342900" indent="-342900">
              <a:buAutoNum type="arabicPeriod"/>
            </a:pPr>
            <a:endParaRPr lang="en-US" sz="2000" dirty="0">
              <a:latin typeface="Fira Sans" panose="020B0503050000020004" pitchFamily="34" charset="0"/>
            </a:endParaRPr>
          </a:p>
          <a:p>
            <a:pPr marL="342900" indent="-342900">
              <a:buAutoNum type="arabicPeriod"/>
            </a:pPr>
            <a:r>
              <a:rPr lang="en-US" sz="2000" dirty="0">
                <a:latin typeface="Fira Sans" panose="020B0503050000020004" pitchFamily="34" charset="0"/>
              </a:rPr>
              <a:t>Winker Score</a:t>
            </a:r>
          </a:p>
        </p:txBody>
      </p:sp>
      <p:pic>
        <p:nvPicPr>
          <p:cNvPr id="7" name="Picture 6" descr="A diagram of a graph&#10;&#10;Description automatically generated">
            <a:extLst>
              <a:ext uri="{FF2B5EF4-FFF2-40B4-BE49-F238E27FC236}">
                <a16:creationId xmlns:a16="http://schemas.microsoft.com/office/drawing/2014/main" id="{99A03B56-528D-D17C-5E33-355119E50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6026" y="1828800"/>
            <a:ext cx="7407528" cy="3788965"/>
          </a:xfrm>
          <a:prstGeom prst="rect">
            <a:avLst/>
          </a:prstGeom>
        </p:spPr>
      </p:pic>
      <p:sp>
        <p:nvSpPr>
          <p:cNvPr id="8" name="TextBox 7">
            <a:extLst>
              <a:ext uri="{FF2B5EF4-FFF2-40B4-BE49-F238E27FC236}">
                <a16:creationId xmlns:a16="http://schemas.microsoft.com/office/drawing/2014/main" id="{F794D907-B20D-CA0E-70F3-2A22179BE269}"/>
              </a:ext>
            </a:extLst>
          </p:cNvPr>
          <p:cNvSpPr txBox="1"/>
          <p:nvPr/>
        </p:nvSpPr>
        <p:spPr>
          <a:xfrm>
            <a:off x="4335974" y="1298669"/>
            <a:ext cx="7127631" cy="707886"/>
          </a:xfrm>
          <a:prstGeom prst="rect">
            <a:avLst/>
          </a:prstGeom>
          <a:noFill/>
        </p:spPr>
        <p:txBody>
          <a:bodyPr wrap="square" rtlCol="0">
            <a:spAutoFit/>
          </a:bodyPr>
          <a:lstStyle/>
          <a:p>
            <a:r>
              <a:rPr lang="en-US" sz="2000" dirty="0">
                <a:latin typeface="Fira Sans" panose="020B0503050000020004" pitchFamily="34" charset="0"/>
              </a:rPr>
              <a:t>All measurements are calculated with time series cross validation method.</a:t>
            </a:r>
          </a:p>
        </p:txBody>
      </p:sp>
      <p:sp>
        <p:nvSpPr>
          <p:cNvPr id="9" name="TextBox 8">
            <a:extLst>
              <a:ext uri="{FF2B5EF4-FFF2-40B4-BE49-F238E27FC236}">
                <a16:creationId xmlns:a16="http://schemas.microsoft.com/office/drawing/2014/main" id="{0BAD2EA0-62C9-22DB-57B5-5A32869DE283}"/>
              </a:ext>
            </a:extLst>
          </p:cNvPr>
          <p:cNvSpPr txBox="1"/>
          <p:nvPr/>
        </p:nvSpPr>
        <p:spPr>
          <a:xfrm>
            <a:off x="6548286" y="5991374"/>
            <a:ext cx="2703006" cy="369332"/>
          </a:xfrm>
          <a:prstGeom prst="rect">
            <a:avLst/>
          </a:prstGeom>
          <a:noFill/>
        </p:spPr>
        <p:txBody>
          <a:bodyPr wrap="square" rtlCol="0">
            <a:spAutoFit/>
          </a:bodyPr>
          <a:lstStyle/>
          <a:p>
            <a:r>
              <a:rPr lang="en-US" dirty="0">
                <a:hlinkClick r:id="rId3"/>
              </a:rPr>
              <a:t>https://otexts.com/fpp3/</a:t>
            </a:r>
            <a:endParaRPr lang="en-US" dirty="0"/>
          </a:p>
        </p:txBody>
      </p:sp>
      <p:pic>
        <p:nvPicPr>
          <p:cNvPr id="2" name="Picture 1" descr="A blue circle with a black background&#10;&#10;Description automatically generated">
            <a:extLst>
              <a:ext uri="{FF2B5EF4-FFF2-40B4-BE49-F238E27FC236}">
                <a16:creationId xmlns:a16="http://schemas.microsoft.com/office/drawing/2014/main" id="{AA6CD1C6-B0E9-36FF-AD5F-84C6F6A31D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72519" y="5878286"/>
            <a:ext cx="1419481" cy="798458"/>
          </a:xfrm>
          <a:prstGeom prst="rect">
            <a:avLst/>
          </a:prstGeom>
        </p:spPr>
      </p:pic>
    </p:spTree>
    <p:extLst>
      <p:ext uri="{BB962C8B-B14F-4D97-AF65-F5344CB8AC3E}">
        <p14:creationId xmlns:p14="http://schemas.microsoft.com/office/powerpoint/2010/main" val="199903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00C9135-AE75-6DAF-8298-C31B5646A2B2}"/>
              </a:ext>
            </a:extLst>
          </p:cNvPr>
          <p:cNvSpPr txBox="1"/>
          <p:nvPr/>
        </p:nvSpPr>
        <p:spPr>
          <a:xfrm>
            <a:off x="524303" y="1167082"/>
            <a:ext cx="2424062" cy="769441"/>
          </a:xfrm>
          <a:prstGeom prst="rect">
            <a:avLst/>
          </a:prstGeom>
          <a:noFill/>
        </p:spPr>
        <p:txBody>
          <a:bodyPr wrap="none" rtlCol="0">
            <a:spAutoFit/>
          </a:bodyPr>
          <a:lstStyle/>
          <a:p>
            <a:r>
              <a:rPr lang="en-IN" sz="4400" dirty="0">
                <a:latin typeface="Fira Sans Medium" panose="020B0603050000020004" pitchFamily="34" charset="0"/>
              </a:rPr>
              <a:t>Domains</a:t>
            </a:r>
            <a:endParaRPr lang="en-IN" sz="3600" dirty="0">
              <a:latin typeface="Fira Sans Medium" panose="020B0603050000020004" pitchFamily="34" charset="0"/>
            </a:endParaRPr>
          </a:p>
        </p:txBody>
      </p:sp>
      <p:pic>
        <p:nvPicPr>
          <p:cNvPr id="6" name="Picture 5">
            <a:extLst>
              <a:ext uri="{FF2B5EF4-FFF2-40B4-BE49-F238E27FC236}">
                <a16:creationId xmlns:a16="http://schemas.microsoft.com/office/drawing/2014/main" id="{3643247D-9F93-7F0C-BC52-343B2802DC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91952" y="835408"/>
            <a:ext cx="3575745" cy="2383830"/>
          </a:xfrm>
          <a:prstGeom prst="rect">
            <a:avLst/>
          </a:prstGeom>
        </p:spPr>
      </p:pic>
      <p:pic>
        <p:nvPicPr>
          <p:cNvPr id="8" name="Picture 7" descr="A black and white logo&#10;&#10;Description automatically generated">
            <a:extLst>
              <a:ext uri="{FF2B5EF4-FFF2-40B4-BE49-F238E27FC236}">
                <a16:creationId xmlns:a16="http://schemas.microsoft.com/office/drawing/2014/main" id="{02559E6E-BC97-4C25-4754-59CA3267D6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68087" y="4330806"/>
            <a:ext cx="3526107" cy="1445704"/>
          </a:xfrm>
          <a:prstGeom prst="rect">
            <a:avLst/>
          </a:prstGeom>
        </p:spPr>
      </p:pic>
      <p:pic>
        <p:nvPicPr>
          <p:cNvPr id="10" name="Picture 9" descr="A blue sign with black text&#10;&#10;Description automatically generated">
            <a:extLst>
              <a:ext uri="{FF2B5EF4-FFF2-40B4-BE49-F238E27FC236}">
                <a16:creationId xmlns:a16="http://schemas.microsoft.com/office/drawing/2014/main" id="{8F764D5D-B292-92AE-A030-7F1DA4232C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07434" y="583046"/>
            <a:ext cx="3182738" cy="3237536"/>
          </a:xfrm>
          <a:prstGeom prst="rect">
            <a:avLst/>
          </a:prstGeom>
        </p:spPr>
      </p:pic>
      <p:pic>
        <p:nvPicPr>
          <p:cNvPr id="12" name="Picture 11" descr="A house with icons around it&#10;&#10;Description automatically generated">
            <a:extLst>
              <a:ext uri="{FF2B5EF4-FFF2-40B4-BE49-F238E27FC236}">
                <a16:creationId xmlns:a16="http://schemas.microsoft.com/office/drawing/2014/main" id="{ED41141B-A5B2-9582-3CDF-14A81ED698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70053" y="4330806"/>
            <a:ext cx="2857500" cy="1778000"/>
          </a:xfrm>
          <a:prstGeom prst="rect">
            <a:avLst/>
          </a:prstGeom>
        </p:spPr>
      </p:pic>
      <p:pic>
        <p:nvPicPr>
          <p:cNvPr id="13" name="Picture 12" descr="A blue circle with a black background&#10;&#10;Description automatically generated">
            <a:extLst>
              <a:ext uri="{FF2B5EF4-FFF2-40B4-BE49-F238E27FC236}">
                <a16:creationId xmlns:a16="http://schemas.microsoft.com/office/drawing/2014/main" id="{B764DBFA-F523-9392-F3C3-C06C28CAA17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772519" y="5878286"/>
            <a:ext cx="1419481" cy="798458"/>
          </a:xfrm>
          <a:prstGeom prst="rect">
            <a:avLst/>
          </a:prstGeom>
        </p:spPr>
      </p:pic>
      <p:sp>
        <p:nvSpPr>
          <p:cNvPr id="14" name="TextBox 13">
            <a:extLst>
              <a:ext uri="{FF2B5EF4-FFF2-40B4-BE49-F238E27FC236}">
                <a16:creationId xmlns:a16="http://schemas.microsoft.com/office/drawing/2014/main" id="{5731212C-9ECF-6F9B-E064-DC9437A5B9A2}"/>
              </a:ext>
            </a:extLst>
          </p:cNvPr>
          <p:cNvSpPr txBox="1"/>
          <p:nvPr/>
        </p:nvSpPr>
        <p:spPr>
          <a:xfrm>
            <a:off x="524303" y="2803739"/>
            <a:ext cx="3452124" cy="1200329"/>
          </a:xfrm>
          <a:prstGeom prst="rect">
            <a:avLst/>
          </a:prstGeom>
          <a:noFill/>
        </p:spPr>
        <p:txBody>
          <a:bodyPr wrap="square" rtlCol="0">
            <a:spAutoFit/>
          </a:bodyPr>
          <a:lstStyle/>
          <a:p>
            <a:r>
              <a:rPr lang="en-US" sz="2400" dirty="0">
                <a:latin typeface="Fira Sans" panose="020B0503050000020004" pitchFamily="34" charset="0"/>
              </a:rPr>
              <a:t>Run each time series model on all these domains</a:t>
            </a:r>
          </a:p>
        </p:txBody>
      </p:sp>
    </p:spTree>
    <p:extLst>
      <p:ext uri="{BB962C8B-B14F-4D97-AF65-F5344CB8AC3E}">
        <p14:creationId xmlns:p14="http://schemas.microsoft.com/office/powerpoint/2010/main" val="3651433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al 10">
            <a:extLst>
              <a:ext uri="{FF2B5EF4-FFF2-40B4-BE49-F238E27FC236}">
                <a16:creationId xmlns:a16="http://schemas.microsoft.com/office/drawing/2014/main" id="{34A72E17-0FFA-3A13-B5E5-71DEA0CA2393}"/>
              </a:ext>
            </a:extLst>
          </p:cNvPr>
          <p:cNvSpPr/>
          <p:nvPr/>
        </p:nvSpPr>
        <p:spPr>
          <a:xfrm>
            <a:off x="-266700" y="-3159670"/>
            <a:ext cx="12725400" cy="5687787"/>
          </a:xfrm>
          <a:prstGeom prst="ellipse">
            <a:avLst/>
          </a:prstGeom>
          <a:solidFill>
            <a:srgbClr val="1319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2" name="Group 11">
            <a:extLst>
              <a:ext uri="{FF2B5EF4-FFF2-40B4-BE49-F238E27FC236}">
                <a16:creationId xmlns:a16="http://schemas.microsoft.com/office/drawing/2014/main" id="{CB0A459E-354F-53CC-2A27-99905826C8D8}"/>
              </a:ext>
            </a:extLst>
          </p:cNvPr>
          <p:cNvGrpSpPr/>
          <p:nvPr/>
        </p:nvGrpSpPr>
        <p:grpSpPr>
          <a:xfrm>
            <a:off x="939830" y="1190908"/>
            <a:ext cx="10312340" cy="1826284"/>
            <a:chOff x="3311855" y="3736152"/>
            <a:chExt cx="4123771" cy="928902"/>
          </a:xfrm>
          <a:solidFill>
            <a:srgbClr val="FF9900"/>
          </a:solidFill>
        </p:grpSpPr>
        <p:sp>
          <p:nvSpPr>
            <p:cNvPr id="13" name="Freeform: Shape 6">
              <a:extLst>
                <a:ext uri="{FF2B5EF4-FFF2-40B4-BE49-F238E27FC236}">
                  <a16:creationId xmlns:a16="http://schemas.microsoft.com/office/drawing/2014/main" id="{8121F770-FEEE-9ED6-7BA0-BD4E88F1BC37}"/>
                </a:ext>
              </a:extLst>
            </p:cNvPr>
            <p:cNvSpPr/>
            <p:nvPr/>
          </p:nvSpPr>
          <p:spPr>
            <a:xfrm>
              <a:off x="3311855" y="3817376"/>
              <a:ext cx="3760826" cy="847678"/>
            </a:xfrm>
            <a:custGeom>
              <a:avLst/>
              <a:gdLst>
                <a:gd name="connsiteX0" fmla="*/ 4569032 w 4609853"/>
                <a:gd name="connsiteY0" fmla="*/ 413392 h 1039050"/>
                <a:gd name="connsiteX1" fmla="*/ 2522490 w 4609853"/>
                <a:gd name="connsiteY1" fmla="*/ 1039051 h 1039050"/>
                <a:gd name="connsiteX2" fmla="*/ 22339 w 4609853"/>
                <a:gd name="connsiteY2" fmla="*/ 85017 h 1039050"/>
                <a:gd name="connsiteX3" fmla="*/ 79146 w 4609853"/>
                <a:gd name="connsiteY3" fmla="*/ 10798 h 1039050"/>
                <a:gd name="connsiteX4" fmla="*/ 2580535 w 4609853"/>
                <a:gd name="connsiteY4" fmla="*/ 674186 h 1039050"/>
                <a:gd name="connsiteX5" fmla="*/ 4488602 w 4609853"/>
                <a:gd name="connsiteY5" fmla="*/ 284033 h 1039050"/>
                <a:gd name="connsiteX6" fmla="*/ 4569032 w 4609853"/>
                <a:gd name="connsiteY6" fmla="*/ 413392 h 103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9853" h="1039050">
                  <a:moveTo>
                    <a:pt x="4569032" y="413392"/>
                  </a:moveTo>
                  <a:cubicBezTo>
                    <a:pt x="4015524" y="821376"/>
                    <a:pt x="3213233" y="1039051"/>
                    <a:pt x="2522490" y="1039051"/>
                  </a:cubicBezTo>
                  <a:cubicBezTo>
                    <a:pt x="1553940" y="1039051"/>
                    <a:pt x="682003" y="680825"/>
                    <a:pt x="22339" y="85017"/>
                  </a:cubicBezTo>
                  <a:cubicBezTo>
                    <a:pt x="-29486" y="38164"/>
                    <a:pt x="16958" y="-25682"/>
                    <a:pt x="79146" y="10798"/>
                  </a:cubicBezTo>
                  <a:cubicBezTo>
                    <a:pt x="791045" y="425003"/>
                    <a:pt x="1671279" y="674186"/>
                    <a:pt x="2580535" y="674186"/>
                  </a:cubicBezTo>
                  <a:cubicBezTo>
                    <a:pt x="3193755" y="674186"/>
                    <a:pt x="3868334" y="547313"/>
                    <a:pt x="4488602" y="284033"/>
                  </a:cubicBezTo>
                  <a:cubicBezTo>
                    <a:pt x="4582300" y="244228"/>
                    <a:pt x="4660662" y="345393"/>
                    <a:pt x="4569032" y="413392"/>
                  </a:cubicBezTo>
                </a:path>
              </a:pathLst>
            </a:custGeom>
            <a:grpFill/>
            <a:ln w="9525" cap="flat">
              <a:noFill/>
              <a:prstDash val="solid"/>
              <a:miter/>
            </a:ln>
          </p:spPr>
          <p:txBody>
            <a:bodyPr rtlCol="0" anchor="ctr"/>
            <a:lstStyle/>
            <a:p>
              <a:endParaRPr lang="en-IN"/>
            </a:p>
          </p:txBody>
        </p:sp>
        <p:sp>
          <p:nvSpPr>
            <p:cNvPr id="14" name="Freeform: Shape 7">
              <a:extLst>
                <a:ext uri="{FF2B5EF4-FFF2-40B4-BE49-F238E27FC236}">
                  <a16:creationId xmlns:a16="http://schemas.microsoft.com/office/drawing/2014/main" id="{C2E080A8-F116-7C5D-095B-CC46DAA3768F}"/>
                </a:ext>
              </a:extLst>
            </p:cNvPr>
            <p:cNvSpPr/>
            <p:nvPr/>
          </p:nvSpPr>
          <p:spPr>
            <a:xfrm>
              <a:off x="6662590" y="3736152"/>
              <a:ext cx="773036" cy="761368"/>
            </a:xfrm>
            <a:custGeom>
              <a:avLst/>
              <a:gdLst>
                <a:gd name="connsiteX0" fmla="*/ 691963 w 947553"/>
                <a:gd name="connsiteY0" fmla="*/ 249669 h 933254"/>
                <a:gd name="connsiteX1" fmla="*/ 45996 w 947553"/>
                <a:gd name="connsiteY1" fmla="*/ 228114 h 933254"/>
                <a:gd name="connsiteX2" fmla="*/ 32309 w 947553"/>
                <a:gd name="connsiteY2" fmla="*/ 153476 h 933254"/>
                <a:gd name="connsiteX3" fmla="*/ 928297 w 947553"/>
                <a:gd name="connsiteY3" fmla="*/ 69723 h 933254"/>
                <a:gd name="connsiteX4" fmla="*/ 615258 w 947553"/>
                <a:gd name="connsiteY4" fmla="*/ 913476 h 933254"/>
                <a:gd name="connsiteX5" fmla="*/ 546430 w 947553"/>
                <a:gd name="connsiteY5" fmla="*/ 880719 h 933254"/>
                <a:gd name="connsiteX6" fmla="*/ 691963 w 947553"/>
                <a:gd name="connsiteY6" fmla="*/ 249669 h 933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7553" h="933254">
                  <a:moveTo>
                    <a:pt x="691963" y="249669"/>
                  </a:moveTo>
                  <a:cubicBezTo>
                    <a:pt x="621477" y="159286"/>
                    <a:pt x="224275" y="206968"/>
                    <a:pt x="45996" y="228114"/>
                  </a:cubicBezTo>
                  <a:cubicBezTo>
                    <a:pt x="-8325" y="234743"/>
                    <a:pt x="-16612" y="187480"/>
                    <a:pt x="32309" y="153476"/>
                  </a:cubicBezTo>
                  <a:cubicBezTo>
                    <a:pt x="348663" y="-69171"/>
                    <a:pt x="867765" y="-4906"/>
                    <a:pt x="928297" y="69723"/>
                  </a:cubicBezTo>
                  <a:cubicBezTo>
                    <a:pt x="988828" y="144770"/>
                    <a:pt x="912543" y="665111"/>
                    <a:pt x="615258" y="913476"/>
                  </a:cubicBezTo>
                  <a:cubicBezTo>
                    <a:pt x="569652" y="951614"/>
                    <a:pt x="526123" y="931297"/>
                    <a:pt x="546430" y="880719"/>
                  </a:cubicBezTo>
                  <a:cubicBezTo>
                    <a:pt x="613191" y="714041"/>
                    <a:pt x="762866" y="340471"/>
                    <a:pt x="691963" y="249669"/>
                  </a:cubicBezTo>
                </a:path>
              </a:pathLst>
            </a:custGeom>
            <a:grpFill/>
            <a:ln w="9525" cap="flat">
              <a:noFill/>
              <a:prstDash val="solid"/>
              <a:miter/>
            </a:ln>
          </p:spPr>
          <p:txBody>
            <a:bodyPr rtlCol="0" anchor="ctr"/>
            <a:lstStyle/>
            <a:p>
              <a:endParaRPr lang="en-IN"/>
            </a:p>
          </p:txBody>
        </p:sp>
      </p:grpSp>
      <p:sp>
        <p:nvSpPr>
          <p:cNvPr id="15" name="TextBox 14">
            <a:extLst>
              <a:ext uri="{FF2B5EF4-FFF2-40B4-BE49-F238E27FC236}">
                <a16:creationId xmlns:a16="http://schemas.microsoft.com/office/drawing/2014/main" id="{C13AF9EC-8BD3-CD9D-DB6D-492652B54D09}"/>
              </a:ext>
            </a:extLst>
          </p:cNvPr>
          <p:cNvSpPr txBox="1"/>
          <p:nvPr/>
        </p:nvSpPr>
        <p:spPr>
          <a:xfrm>
            <a:off x="1494749" y="421467"/>
            <a:ext cx="9202502" cy="769441"/>
          </a:xfrm>
          <a:prstGeom prst="rect">
            <a:avLst/>
          </a:prstGeom>
          <a:noFill/>
        </p:spPr>
        <p:txBody>
          <a:bodyPr wrap="square" rtlCol="0">
            <a:spAutoFit/>
          </a:bodyPr>
          <a:lstStyle/>
          <a:p>
            <a:r>
              <a:rPr lang="en-IN" sz="4400" dirty="0">
                <a:solidFill>
                  <a:srgbClr val="FFA542"/>
                </a:solidFill>
                <a:latin typeface="Fira Sans Medium" panose="020B0603050000020004" pitchFamily="34" charset="0"/>
              </a:rPr>
              <a:t>Strive to be Earth's Best Employer</a:t>
            </a:r>
            <a:endParaRPr lang="en-IN" sz="3600" dirty="0">
              <a:solidFill>
                <a:srgbClr val="FFA542"/>
              </a:solidFill>
              <a:latin typeface="Fira Sans Medium" panose="020B0603050000020004" pitchFamily="34" charset="0"/>
            </a:endParaRPr>
          </a:p>
        </p:txBody>
      </p:sp>
      <p:sp>
        <p:nvSpPr>
          <p:cNvPr id="17" name="TextBox 16">
            <a:extLst>
              <a:ext uri="{FF2B5EF4-FFF2-40B4-BE49-F238E27FC236}">
                <a16:creationId xmlns:a16="http://schemas.microsoft.com/office/drawing/2014/main" id="{6BF4A9F1-074E-0ABD-17E5-59F54A1B7418}"/>
              </a:ext>
            </a:extLst>
          </p:cNvPr>
          <p:cNvSpPr txBox="1"/>
          <p:nvPr/>
        </p:nvSpPr>
        <p:spPr>
          <a:xfrm>
            <a:off x="1266093" y="3584103"/>
            <a:ext cx="10530672" cy="1200329"/>
          </a:xfrm>
          <a:prstGeom prst="rect">
            <a:avLst/>
          </a:prstGeom>
          <a:noFill/>
        </p:spPr>
        <p:txBody>
          <a:bodyPr wrap="square" rtlCol="0">
            <a:spAutoFit/>
          </a:bodyPr>
          <a:lstStyle/>
          <a:p>
            <a:r>
              <a:rPr lang="en-US" sz="3600" dirty="0">
                <a:latin typeface="Fira Sans" panose="020B0503050000020004" pitchFamily="34" charset="0"/>
              </a:rPr>
              <a:t>Through this intern experience, </a:t>
            </a:r>
          </a:p>
          <a:p>
            <a:r>
              <a:rPr lang="en-US" sz="3600" dirty="0">
                <a:latin typeface="Fira Sans" panose="020B0503050000020004" pitchFamily="34" charset="0"/>
              </a:rPr>
              <a:t>I extremely recommend to work at Amazon!</a:t>
            </a:r>
          </a:p>
        </p:txBody>
      </p:sp>
      <p:grpSp>
        <p:nvGrpSpPr>
          <p:cNvPr id="18" name="Group 17">
            <a:extLst>
              <a:ext uri="{FF2B5EF4-FFF2-40B4-BE49-F238E27FC236}">
                <a16:creationId xmlns:a16="http://schemas.microsoft.com/office/drawing/2014/main" id="{2DC278AB-9086-951D-ABCD-73A37EF193F6}"/>
              </a:ext>
            </a:extLst>
          </p:cNvPr>
          <p:cNvGrpSpPr/>
          <p:nvPr/>
        </p:nvGrpSpPr>
        <p:grpSpPr>
          <a:xfrm rot="12147091">
            <a:off x="10506874" y="5490640"/>
            <a:ext cx="2210578" cy="2419013"/>
            <a:chOff x="-447720" y="-856723"/>
            <a:chExt cx="2210578" cy="2419013"/>
          </a:xfrm>
        </p:grpSpPr>
        <p:sp>
          <p:nvSpPr>
            <p:cNvPr id="19" name="Graphic 4">
              <a:extLst>
                <a:ext uri="{FF2B5EF4-FFF2-40B4-BE49-F238E27FC236}">
                  <a16:creationId xmlns:a16="http://schemas.microsoft.com/office/drawing/2014/main" id="{E700CA19-B1D1-178A-8184-37DEDAF9CAC7}"/>
                </a:ext>
              </a:extLst>
            </p:cNvPr>
            <p:cNvSpPr/>
            <p:nvPr/>
          </p:nvSpPr>
          <p:spPr>
            <a:xfrm rot="2476041">
              <a:off x="-269976" y="-648288"/>
              <a:ext cx="1251936" cy="2210578"/>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131921"/>
            </a:solidFill>
            <a:ln w="9525" cap="flat">
              <a:noFill/>
              <a:prstDash val="solid"/>
              <a:miter/>
            </a:ln>
          </p:spPr>
          <p:txBody>
            <a:bodyPr rtlCol="0" anchor="ctr"/>
            <a:lstStyle/>
            <a:p>
              <a:endParaRPr lang="en-IN" dirty="0"/>
            </a:p>
          </p:txBody>
        </p:sp>
        <p:sp>
          <p:nvSpPr>
            <p:cNvPr id="20" name="Graphic 4">
              <a:extLst>
                <a:ext uri="{FF2B5EF4-FFF2-40B4-BE49-F238E27FC236}">
                  <a16:creationId xmlns:a16="http://schemas.microsoft.com/office/drawing/2014/main" id="{295EBD46-DD00-6380-AF48-CB845577D0B8}"/>
                </a:ext>
              </a:extLst>
            </p:cNvPr>
            <p:cNvSpPr/>
            <p:nvPr/>
          </p:nvSpPr>
          <p:spPr>
            <a:xfrm rot="15002268" flipH="1">
              <a:off x="31601" y="-1336044"/>
              <a:ext cx="1251936" cy="2210578"/>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232F3E"/>
            </a:solidFill>
            <a:ln w="9525" cap="flat">
              <a:noFill/>
              <a:prstDash val="solid"/>
              <a:miter/>
            </a:ln>
          </p:spPr>
          <p:txBody>
            <a:bodyPr rtlCol="0" anchor="ctr"/>
            <a:lstStyle/>
            <a:p>
              <a:endParaRPr lang="en-IN" dirty="0"/>
            </a:p>
          </p:txBody>
        </p:sp>
      </p:grpSp>
      <p:sp>
        <p:nvSpPr>
          <p:cNvPr id="21" name="Graphic 11">
            <a:extLst>
              <a:ext uri="{FF2B5EF4-FFF2-40B4-BE49-F238E27FC236}">
                <a16:creationId xmlns:a16="http://schemas.microsoft.com/office/drawing/2014/main" id="{22006967-5EB0-E923-0906-F4B12262ACEE}"/>
              </a:ext>
            </a:extLst>
          </p:cNvPr>
          <p:cNvSpPr/>
          <p:nvPr/>
        </p:nvSpPr>
        <p:spPr>
          <a:xfrm rot="7707741">
            <a:off x="11525033" y="5835579"/>
            <a:ext cx="775163" cy="720875"/>
          </a:xfrm>
          <a:custGeom>
            <a:avLst/>
            <a:gdLst>
              <a:gd name="connsiteX0" fmla="*/ 1051454 w 1444799"/>
              <a:gd name="connsiteY0" fmla="*/ 206792 h 1343613"/>
              <a:gd name="connsiteX1" fmla="*/ 1253384 w 1444799"/>
              <a:gd name="connsiteY1" fmla="*/ 532548 h 1343613"/>
              <a:gd name="connsiteX2" fmla="*/ 1443884 w 1444799"/>
              <a:gd name="connsiteY2" fmla="*/ 904023 h 1343613"/>
              <a:gd name="connsiteX3" fmla="*/ 1145752 w 1444799"/>
              <a:gd name="connsiteY3" fmla="*/ 1165960 h 1343613"/>
              <a:gd name="connsiteX4" fmla="*/ 728556 w 1444799"/>
              <a:gd name="connsiteY4" fmla="*/ 1305025 h 1343613"/>
              <a:gd name="connsiteX5" fmla="*/ 267546 w 1444799"/>
              <a:gd name="connsiteY5" fmla="*/ 1305025 h 1343613"/>
              <a:gd name="connsiteX6" fmla="*/ 21801 w 1444799"/>
              <a:gd name="connsiteY6" fmla="*/ 912595 h 1343613"/>
              <a:gd name="connsiteX7" fmla="*/ 64664 w 1444799"/>
              <a:gd name="connsiteY7" fmla="*/ 463968 h 1343613"/>
              <a:gd name="connsiteX8" fmla="*/ 405659 w 1444799"/>
              <a:gd name="connsiteY8" fmla="*/ 187742 h 1343613"/>
              <a:gd name="connsiteX9" fmla="*/ 753321 w 1444799"/>
              <a:gd name="connsiteY9" fmla="*/ 100 h 1343613"/>
              <a:gd name="connsiteX10" fmla="*/ 1051454 w 1444799"/>
              <a:gd name="connsiteY10" fmla="*/ 206792 h 1343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4799" h="1343613">
                <a:moveTo>
                  <a:pt x="1051454" y="206792"/>
                </a:moveTo>
                <a:cubicBezTo>
                  <a:pt x="1128607" y="309663"/>
                  <a:pt x="1171469" y="411580"/>
                  <a:pt x="1253384" y="532548"/>
                </a:cubicBezTo>
                <a:cubicBezTo>
                  <a:pt x="1336252" y="652563"/>
                  <a:pt x="1457219" y="791628"/>
                  <a:pt x="1443884" y="904023"/>
                </a:cubicBezTo>
                <a:cubicBezTo>
                  <a:pt x="1430549" y="1016418"/>
                  <a:pt x="1282912" y="1102143"/>
                  <a:pt x="1145752" y="1165960"/>
                </a:cubicBezTo>
                <a:cubicBezTo>
                  <a:pt x="1008591" y="1228825"/>
                  <a:pt x="880956" y="1269783"/>
                  <a:pt x="728556" y="1305025"/>
                </a:cubicBezTo>
                <a:cubicBezTo>
                  <a:pt x="575204" y="1340268"/>
                  <a:pt x="397086" y="1370748"/>
                  <a:pt x="267546" y="1305025"/>
                </a:cubicBezTo>
                <a:cubicBezTo>
                  <a:pt x="138959" y="1239303"/>
                  <a:pt x="58949" y="1076425"/>
                  <a:pt x="21801" y="912595"/>
                </a:cubicBezTo>
                <a:cubicBezTo>
                  <a:pt x="-14394" y="748765"/>
                  <a:pt x="-8679" y="583030"/>
                  <a:pt x="64664" y="463968"/>
                </a:cubicBezTo>
                <a:cubicBezTo>
                  <a:pt x="138006" y="345858"/>
                  <a:pt x="278976" y="274420"/>
                  <a:pt x="405659" y="187742"/>
                </a:cubicBezTo>
                <a:cubicBezTo>
                  <a:pt x="531389" y="101065"/>
                  <a:pt x="642831" y="100"/>
                  <a:pt x="753321" y="100"/>
                </a:cubicBezTo>
                <a:cubicBezTo>
                  <a:pt x="864764" y="1052"/>
                  <a:pt x="974301" y="104875"/>
                  <a:pt x="1051454" y="206792"/>
                </a:cubicBezTo>
                <a:close/>
              </a:path>
            </a:pathLst>
          </a:custGeom>
          <a:solidFill>
            <a:srgbClr val="FF9900"/>
          </a:solidFill>
          <a:ln w="9525" cap="flat">
            <a:noFill/>
            <a:prstDash val="solid"/>
            <a:miter/>
          </a:ln>
        </p:spPr>
        <p:txBody>
          <a:bodyPr rtlCol="0" anchor="ctr"/>
          <a:lstStyle/>
          <a:p>
            <a:endParaRPr lang="en-IN"/>
          </a:p>
        </p:txBody>
      </p:sp>
      <p:sp>
        <p:nvSpPr>
          <p:cNvPr id="22" name="TextBox 21">
            <a:extLst>
              <a:ext uri="{FF2B5EF4-FFF2-40B4-BE49-F238E27FC236}">
                <a16:creationId xmlns:a16="http://schemas.microsoft.com/office/drawing/2014/main" id="{E29377F7-40B9-85AE-9109-625EECB0F699}"/>
              </a:ext>
            </a:extLst>
          </p:cNvPr>
          <p:cNvSpPr txBox="1"/>
          <p:nvPr/>
        </p:nvSpPr>
        <p:spPr>
          <a:xfrm>
            <a:off x="8962347" y="6436533"/>
            <a:ext cx="1065125" cy="369332"/>
          </a:xfrm>
          <a:prstGeom prst="rect">
            <a:avLst/>
          </a:prstGeom>
          <a:noFill/>
        </p:spPr>
        <p:txBody>
          <a:bodyPr wrap="square" rtlCol="0">
            <a:spAutoFit/>
          </a:bodyPr>
          <a:lstStyle/>
          <a:p>
            <a:r>
              <a:rPr lang="en-US" dirty="0">
                <a:hlinkClick r:id="rId2"/>
              </a:rPr>
              <a:t>slidechef</a:t>
            </a:r>
            <a:endParaRPr lang="en-US" dirty="0"/>
          </a:p>
        </p:txBody>
      </p:sp>
      <p:sp>
        <p:nvSpPr>
          <p:cNvPr id="2" name="TextBox 1">
            <a:extLst>
              <a:ext uri="{FF2B5EF4-FFF2-40B4-BE49-F238E27FC236}">
                <a16:creationId xmlns:a16="http://schemas.microsoft.com/office/drawing/2014/main" id="{EEE2BA65-D421-6402-D9E3-6D0911B8118C}"/>
              </a:ext>
            </a:extLst>
          </p:cNvPr>
          <p:cNvSpPr txBox="1"/>
          <p:nvPr/>
        </p:nvSpPr>
        <p:spPr>
          <a:xfrm>
            <a:off x="4310743" y="5351343"/>
            <a:ext cx="2954215" cy="584775"/>
          </a:xfrm>
          <a:prstGeom prst="rect">
            <a:avLst/>
          </a:prstGeom>
          <a:noFill/>
        </p:spPr>
        <p:txBody>
          <a:bodyPr wrap="square" rtlCol="0">
            <a:spAutoFit/>
          </a:bodyPr>
          <a:lstStyle/>
          <a:p>
            <a:r>
              <a:rPr lang="en-US" sz="3200" dirty="0">
                <a:hlinkClick r:id="rId3"/>
              </a:rPr>
              <a:t>Job Applications</a:t>
            </a:r>
            <a:endParaRPr lang="en-US" sz="3200" dirty="0"/>
          </a:p>
        </p:txBody>
      </p:sp>
    </p:spTree>
    <p:extLst>
      <p:ext uri="{BB962C8B-B14F-4D97-AF65-F5344CB8AC3E}">
        <p14:creationId xmlns:p14="http://schemas.microsoft.com/office/powerpoint/2010/main" val="2560841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F21FEF1F-3765-4DD6-BD6D-7D2DE9C59DF4}"/>
              </a:ext>
            </a:extLst>
          </p:cNvPr>
          <p:cNvSpPr/>
          <p:nvPr/>
        </p:nvSpPr>
        <p:spPr>
          <a:xfrm rot="5400000">
            <a:off x="9878829" y="3215937"/>
            <a:ext cx="3316690" cy="4835022"/>
          </a:xfrm>
          <a:custGeom>
            <a:avLst/>
            <a:gdLst>
              <a:gd name="connsiteX0" fmla="*/ 550 w 3991493"/>
              <a:gd name="connsiteY0" fmla="*/ 1642332 h 4835022"/>
              <a:gd name="connsiteX1" fmla="*/ 765521 w 3991493"/>
              <a:gd name="connsiteY1" fmla="*/ 580588 h 4835022"/>
              <a:gd name="connsiteX2" fmla="*/ 2083026 w 3991493"/>
              <a:gd name="connsiteY2" fmla="*/ 100048 h 4835022"/>
              <a:gd name="connsiteX3" fmla="*/ 2715245 w 3991493"/>
              <a:gd name="connsiteY3" fmla="*/ 1509749 h 4835022"/>
              <a:gd name="connsiteX4" fmla="*/ 2721227 w 3991493"/>
              <a:gd name="connsiteY4" fmla="*/ 1521384 h 4835022"/>
              <a:gd name="connsiteX5" fmla="*/ 3318393 w 3991493"/>
              <a:gd name="connsiteY5" fmla="*/ 1521384 h 4835022"/>
              <a:gd name="connsiteX6" fmla="*/ 3929986 w 3991493"/>
              <a:gd name="connsiteY6" fmla="*/ 1521384 h 4835022"/>
              <a:gd name="connsiteX7" fmla="*/ 3991493 w 3991493"/>
              <a:gd name="connsiteY7" fmla="*/ 1521384 h 4835022"/>
              <a:gd name="connsiteX8" fmla="*/ 3991493 w 3991493"/>
              <a:gd name="connsiteY8" fmla="*/ 4315384 h 4835022"/>
              <a:gd name="connsiteX9" fmla="*/ 3598980 w 3991493"/>
              <a:gd name="connsiteY9" fmla="*/ 4315384 h 4835022"/>
              <a:gd name="connsiteX10" fmla="*/ 3619976 w 3991493"/>
              <a:gd name="connsiteY10" fmla="*/ 4405771 h 4835022"/>
              <a:gd name="connsiteX11" fmla="*/ 3664689 w 3991493"/>
              <a:gd name="connsiteY11" fmla="*/ 4832151 h 4835022"/>
              <a:gd name="connsiteX12" fmla="*/ 2683777 w 3991493"/>
              <a:gd name="connsiteY12" fmla="*/ 3360765 h 4835022"/>
              <a:gd name="connsiteX13" fmla="*/ 1889482 w 3991493"/>
              <a:gd name="connsiteY13" fmla="*/ 2464207 h 4835022"/>
              <a:gd name="connsiteX14" fmla="*/ 81357 w 3991493"/>
              <a:gd name="connsiteY14" fmla="*/ 1843552 h 4835022"/>
              <a:gd name="connsiteX15" fmla="*/ 550 w 3991493"/>
              <a:gd name="connsiteY15" fmla="*/ 1642332 h 483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91493" h="4835022">
                <a:moveTo>
                  <a:pt x="550" y="1642332"/>
                </a:moveTo>
                <a:cubicBezTo>
                  <a:pt x="-16569" y="1328474"/>
                  <a:pt x="368015" y="925398"/>
                  <a:pt x="765521" y="580588"/>
                </a:cubicBezTo>
                <a:cubicBezTo>
                  <a:pt x="1255823" y="160176"/>
                  <a:pt x="1760838" y="-174916"/>
                  <a:pt x="2083026" y="100048"/>
                </a:cubicBezTo>
                <a:cubicBezTo>
                  <a:pt x="2362548" y="345008"/>
                  <a:pt x="2499183" y="1057820"/>
                  <a:pt x="2715245" y="1509749"/>
                </a:cubicBezTo>
                <a:lnTo>
                  <a:pt x="2721227" y="1521384"/>
                </a:lnTo>
                <a:lnTo>
                  <a:pt x="3318393" y="1521384"/>
                </a:lnTo>
                <a:lnTo>
                  <a:pt x="3929986" y="1521384"/>
                </a:lnTo>
                <a:lnTo>
                  <a:pt x="3991493" y="1521384"/>
                </a:lnTo>
                <a:lnTo>
                  <a:pt x="3991493" y="4315384"/>
                </a:lnTo>
                <a:lnTo>
                  <a:pt x="3598980" y="4315384"/>
                </a:lnTo>
                <a:lnTo>
                  <a:pt x="3619976" y="4405771"/>
                </a:lnTo>
                <a:cubicBezTo>
                  <a:pt x="3673465" y="4641116"/>
                  <a:pt x="3702837" y="4809178"/>
                  <a:pt x="3664689" y="4832151"/>
                </a:cubicBezTo>
                <a:cubicBezTo>
                  <a:pt x="3559158" y="4894433"/>
                  <a:pt x="2974535" y="3928939"/>
                  <a:pt x="2683777" y="3360765"/>
                </a:cubicBezTo>
                <a:cubicBezTo>
                  <a:pt x="2393020" y="2792591"/>
                  <a:pt x="2399927" y="2620719"/>
                  <a:pt x="1889482" y="2464207"/>
                </a:cubicBezTo>
                <a:cubicBezTo>
                  <a:pt x="1380096" y="2311659"/>
                  <a:pt x="356095" y="2169487"/>
                  <a:pt x="81357" y="1843552"/>
                </a:cubicBezTo>
                <a:cubicBezTo>
                  <a:pt x="29844" y="1782438"/>
                  <a:pt x="4501" y="1714761"/>
                  <a:pt x="550" y="1642332"/>
                </a:cubicBezTo>
                <a:close/>
              </a:path>
            </a:pathLst>
          </a:custGeom>
          <a:solidFill>
            <a:srgbClr val="13192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4" name="TextBox 23">
            <a:extLst>
              <a:ext uri="{FF2B5EF4-FFF2-40B4-BE49-F238E27FC236}">
                <a16:creationId xmlns:a16="http://schemas.microsoft.com/office/drawing/2014/main" id="{CC9BD28D-55F8-486A-9F93-D3268DEDBC31}"/>
              </a:ext>
            </a:extLst>
          </p:cNvPr>
          <p:cNvSpPr txBox="1"/>
          <p:nvPr/>
        </p:nvSpPr>
        <p:spPr>
          <a:xfrm>
            <a:off x="4302411" y="2767280"/>
            <a:ext cx="3605475" cy="1323439"/>
          </a:xfrm>
          <a:prstGeom prst="rect">
            <a:avLst/>
          </a:prstGeom>
          <a:noFill/>
        </p:spPr>
        <p:txBody>
          <a:bodyPr wrap="none" rtlCol="0">
            <a:spAutoFit/>
          </a:bodyPr>
          <a:lstStyle/>
          <a:p>
            <a:pPr algn="ctr"/>
            <a:r>
              <a:rPr lang="en-IN" sz="8000" dirty="0">
                <a:latin typeface="Fira Sans Medium" panose="020B0603050000020004" pitchFamily="34" charset="0"/>
              </a:rPr>
              <a:t>thanks!</a:t>
            </a:r>
            <a:endParaRPr lang="en-IN" sz="6600" dirty="0">
              <a:latin typeface="Fira Sans Medium" panose="020B0603050000020004" pitchFamily="34" charset="0"/>
            </a:endParaRPr>
          </a:p>
        </p:txBody>
      </p:sp>
      <p:sp>
        <p:nvSpPr>
          <p:cNvPr id="15" name="Graphic 11">
            <a:extLst>
              <a:ext uri="{FF2B5EF4-FFF2-40B4-BE49-F238E27FC236}">
                <a16:creationId xmlns:a16="http://schemas.microsoft.com/office/drawing/2014/main" id="{30CDF02D-CAE1-425F-B0D5-8BB3AD1C0C50}"/>
              </a:ext>
            </a:extLst>
          </p:cNvPr>
          <p:cNvSpPr/>
          <p:nvPr/>
        </p:nvSpPr>
        <p:spPr>
          <a:xfrm>
            <a:off x="10747201" y="4961641"/>
            <a:ext cx="1444799" cy="1343613"/>
          </a:xfrm>
          <a:custGeom>
            <a:avLst/>
            <a:gdLst>
              <a:gd name="connsiteX0" fmla="*/ 1051454 w 1444799"/>
              <a:gd name="connsiteY0" fmla="*/ 206792 h 1343613"/>
              <a:gd name="connsiteX1" fmla="*/ 1253384 w 1444799"/>
              <a:gd name="connsiteY1" fmla="*/ 532548 h 1343613"/>
              <a:gd name="connsiteX2" fmla="*/ 1443884 w 1444799"/>
              <a:gd name="connsiteY2" fmla="*/ 904023 h 1343613"/>
              <a:gd name="connsiteX3" fmla="*/ 1145752 w 1444799"/>
              <a:gd name="connsiteY3" fmla="*/ 1165960 h 1343613"/>
              <a:gd name="connsiteX4" fmla="*/ 728556 w 1444799"/>
              <a:gd name="connsiteY4" fmla="*/ 1305025 h 1343613"/>
              <a:gd name="connsiteX5" fmla="*/ 267546 w 1444799"/>
              <a:gd name="connsiteY5" fmla="*/ 1305025 h 1343613"/>
              <a:gd name="connsiteX6" fmla="*/ 21801 w 1444799"/>
              <a:gd name="connsiteY6" fmla="*/ 912595 h 1343613"/>
              <a:gd name="connsiteX7" fmla="*/ 64664 w 1444799"/>
              <a:gd name="connsiteY7" fmla="*/ 463968 h 1343613"/>
              <a:gd name="connsiteX8" fmla="*/ 405659 w 1444799"/>
              <a:gd name="connsiteY8" fmla="*/ 187742 h 1343613"/>
              <a:gd name="connsiteX9" fmla="*/ 753321 w 1444799"/>
              <a:gd name="connsiteY9" fmla="*/ 100 h 1343613"/>
              <a:gd name="connsiteX10" fmla="*/ 1051454 w 1444799"/>
              <a:gd name="connsiteY10" fmla="*/ 206792 h 1343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4799" h="1343613">
                <a:moveTo>
                  <a:pt x="1051454" y="206792"/>
                </a:moveTo>
                <a:cubicBezTo>
                  <a:pt x="1128607" y="309663"/>
                  <a:pt x="1171469" y="411580"/>
                  <a:pt x="1253384" y="532548"/>
                </a:cubicBezTo>
                <a:cubicBezTo>
                  <a:pt x="1336252" y="652563"/>
                  <a:pt x="1457219" y="791628"/>
                  <a:pt x="1443884" y="904023"/>
                </a:cubicBezTo>
                <a:cubicBezTo>
                  <a:pt x="1430549" y="1016418"/>
                  <a:pt x="1282912" y="1102143"/>
                  <a:pt x="1145752" y="1165960"/>
                </a:cubicBezTo>
                <a:cubicBezTo>
                  <a:pt x="1008591" y="1228825"/>
                  <a:pt x="880956" y="1269783"/>
                  <a:pt x="728556" y="1305025"/>
                </a:cubicBezTo>
                <a:cubicBezTo>
                  <a:pt x="575204" y="1340268"/>
                  <a:pt x="397086" y="1370748"/>
                  <a:pt x="267546" y="1305025"/>
                </a:cubicBezTo>
                <a:cubicBezTo>
                  <a:pt x="138959" y="1239303"/>
                  <a:pt x="58949" y="1076425"/>
                  <a:pt x="21801" y="912595"/>
                </a:cubicBezTo>
                <a:cubicBezTo>
                  <a:pt x="-14394" y="748765"/>
                  <a:pt x="-8679" y="583030"/>
                  <a:pt x="64664" y="463968"/>
                </a:cubicBezTo>
                <a:cubicBezTo>
                  <a:pt x="138006" y="345858"/>
                  <a:pt x="278976" y="274420"/>
                  <a:pt x="405659" y="187742"/>
                </a:cubicBezTo>
                <a:cubicBezTo>
                  <a:pt x="531389" y="101065"/>
                  <a:pt x="642831" y="100"/>
                  <a:pt x="753321" y="100"/>
                </a:cubicBezTo>
                <a:cubicBezTo>
                  <a:pt x="864764" y="1052"/>
                  <a:pt x="974301" y="104875"/>
                  <a:pt x="1051454" y="206792"/>
                </a:cubicBezTo>
                <a:close/>
              </a:path>
            </a:pathLst>
          </a:custGeom>
          <a:solidFill>
            <a:srgbClr val="FF9900"/>
          </a:solidFill>
          <a:ln w="9525" cap="flat">
            <a:noFill/>
            <a:prstDash val="solid"/>
            <a:miter/>
          </a:ln>
        </p:spPr>
        <p:txBody>
          <a:bodyPr rtlCol="0" anchor="ctr"/>
          <a:lstStyle/>
          <a:p>
            <a:endParaRPr lang="en-IN"/>
          </a:p>
        </p:txBody>
      </p:sp>
      <p:grpSp>
        <p:nvGrpSpPr>
          <p:cNvPr id="2" name="Group 1">
            <a:extLst>
              <a:ext uri="{FF2B5EF4-FFF2-40B4-BE49-F238E27FC236}">
                <a16:creationId xmlns:a16="http://schemas.microsoft.com/office/drawing/2014/main" id="{1677F821-6945-4FB5-9887-69FB75DABC89}"/>
              </a:ext>
            </a:extLst>
          </p:cNvPr>
          <p:cNvGrpSpPr/>
          <p:nvPr/>
        </p:nvGrpSpPr>
        <p:grpSpPr>
          <a:xfrm>
            <a:off x="-3681143" y="-2297674"/>
            <a:ext cx="7362285" cy="7105531"/>
            <a:chOff x="-2861483" y="-2254131"/>
            <a:chExt cx="7362285" cy="7105531"/>
          </a:xfrm>
        </p:grpSpPr>
        <p:sp>
          <p:nvSpPr>
            <p:cNvPr id="6" name="Graphic 4">
              <a:extLst>
                <a:ext uri="{FF2B5EF4-FFF2-40B4-BE49-F238E27FC236}">
                  <a16:creationId xmlns:a16="http://schemas.microsoft.com/office/drawing/2014/main" id="{834BA1D4-0C72-474A-83FF-2D1B207A407E}"/>
                </a:ext>
              </a:extLst>
            </p:cNvPr>
            <p:cNvSpPr/>
            <p:nvPr/>
          </p:nvSpPr>
          <p:spPr>
            <a:xfrm rot="2476041">
              <a:off x="-634236" y="-2254131"/>
              <a:ext cx="4024137" cy="7105531"/>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131921"/>
            </a:solidFill>
            <a:ln w="9525" cap="flat">
              <a:noFill/>
              <a:prstDash val="solid"/>
              <a:miter/>
            </a:ln>
          </p:spPr>
          <p:txBody>
            <a:bodyPr rtlCol="0" anchor="ctr"/>
            <a:lstStyle/>
            <a:p>
              <a:endParaRPr lang="en-IN"/>
            </a:p>
          </p:txBody>
        </p:sp>
        <p:sp>
          <p:nvSpPr>
            <p:cNvPr id="22" name="Graphic 4">
              <a:extLst>
                <a:ext uri="{FF2B5EF4-FFF2-40B4-BE49-F238E27FC236}">
                  <a16:creationId xmlns:a16="http://schemas.microsoft.com/office/drawing/2014/main" id="{8C23666D-AA0B-4055-B6D1-F271DD034ADC}"/>
                </a:ext>
              </a:extLst>
            </p:cNvPr>
            <p:cNvSpPr/>
            <p:nvPr/>
          </p:nvSpPr>
          <p:spPr>
            <a:xfrm rot="3140551">
              <a:off x="-1320786" y="-2808187"/>
              <a:ext cx="4024137" cy="7105531"/>
            </a:xfrm>
            <a:custGeom>
              <a:avLst/>
              <a:gdLst>
                <a:gd name="connsiteX0" fmla="*/ 1112933 w 1137091"/>
                <a:gd name="connsiteY0" fmla="*/ 148024 h 1501074"/>
                <a:gd name="connsiteX1" fmla="*/ 1084358 w 1137091"/>
                <a:gd name="connsiteY1" fmla="*/ 625227 h 1501074"/>
                <a:gd name="connsiteX2" fmla="*/ 1081500 w 1137091"/>
                <a:gd name="connsiteY2" fmla="*/ 1030039 h 1501074"/>
                <a:gd name="connsiteX3" fmla="*/ 897668 w 1137091"/>
                <a:gd name="connsiteY3" fmla="*/ 1439615 h 1501074"/>
                <a:gd name="connsiteX4" fmla="*/ 429038 w 1137091"/>
                <a:gd name="connsiteY4" fmla="*/ 1446282 h 1501074"/>
                <a:gd name="connsiteX5" fmla="*/ 74708 w 1137091"/>
                <a:gd name="connsiteY5" fmla="*/ 1096715 h 1501074"/>
                <a:gd name="connsiteX6" fmla="*/ 7080 w 1137091"/>
                <a:gd name="connsiteY6" fmla="*/ 609035 h 1501074"/>
                <a:gd name="connsiteX7" fmla="*/ 194723 w 1137091"/>
                <a:gd name="connsiteY7" fmla="*/ 152787 h 1501074"/>
                <a:gd name="connsiteX8" fmla="*/ 679545 w 1137091"/>
                <a:gd name="connsiteY8" fmla="*/ 387 h 1501074"/>
                <a:gd name="connsiteX9" fmla="*/ 1112933 w 1137091"/>
                <a:gd name="connsiteY9" fmla="*/ 148024 h 1501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7091" h="1501074">
                  <a:moveTo>
                    <a:pt x="1112933" y="148024"/>
                  </a:moveTo>
                  <a:cubicBezTo>
                    <a:pt x="1172940" y="267087"/>
                    <a:pt x="1105313" y="469969"/>
                    <a:pt x="1084358" y="625227"/>
                  </a:cubicBezTo>
                  <a:cubicBezTo>
                    <a:pt x="1064355" y="779532"/>
                    <a:pt x="1092930" y="886212"/>
                    <a:pt x="1081500" y="1030039"/>
                  </a:cubicBezTo>
                  <a:cubicBezTo>
                    <a:pt x="1069118" y="1173867"/>
                    <a:pt x="1018635" y="1353890"/>
                    <a:pt x="897668" y="1439615"/>
                  </a:cubicBezTo>
                  <a:cubicBezTo>
                    <a:pt x="776700" y="1525340"/>
                    <a:pt x="587153" y="1515815"/>
                    <a:pt x="429038" y="1446282"/>
                  </a:cubicBezTo>
                  <a:cubicBezTo>
                    <a:pt x="270923" y="1375797"/>
                    <a:pt x="146145" y="1246257"/>
                    <a:pt x="74708" y="1096715"/>
                  </a:cubicBezTo>
                  <a:cubicBezTo>
                    <a:pt x="4223" y="948125"/>
                    <a:pt x="-11017" y="780485"/>
                    <a:pt x="7080" y="609035"/>
                  </a:cubicBezTo>
                  <a:cubicBezTo>
                    <a:pt x="25178" y="436632"/>
                    <a:pt x="77565" y="261372"/>
                    <a:pt x="194723" y="152787"/>
                  </a:cubicBezTo>
                  <a:cubicBezTo>
                    <a:pt x="312833" y="44202"/>
                    <a:pt x="494760" y="3244"/>
                    <a:pt x="679545" y="387"/>
                  </a:cubicBezTo>
                  <a:cubicBezTo>
                    <a:pt x="865283" y="-3423"/>
                    <a:pt x="1052925" y="29915"/>
                    <a:pt x="1112933" y="148024"/>
                  </a:cubicBezTo>
                  <a:close/>
                </a:path>
              </a:pathLst>
            </a:custGeom>
            <a:solidFill>
              <a:srgbClr val="232F3E"/>
            </a:solidFill>
            <a:ln w="9525" cap="flat">
              <a:noFill/>
              <a:prstDash val="solid"/>
              <a:miter/>
            </a:ln>
          </p:spPr>
          <p:txBody>
            <a:bodyPr rtlCol="0" anchor="ctr"/>
            <a:lstStyle/>
            <a:p>
              <a:endParaRPr lang="en-IN" dirty="0"/>
            </a:p>
          </p:txBody>
        </p:sp>
        <p:sp>
          <p:nvSpPr>
            <p:cNvPr id="25" name="Graphic 11">
              <a:extLst>
                <a:ext uri="{FF2B5EF4-FFF2-40B4-BE49-F238E27FC236}">
                  <a16:creationId xmlns:a16="http://schemas.microsoft.com/office/drawing/2014/main" id="{22B03510-4CF1-46CA-BE80-1E37CD0837F6}"/>
                </a:ext>
              </a:extLst>
            </p:cNvPr>
            <p:cNvSpPr/>
            <p:nvPr/>
          </p:nvSpPr>
          <p:spPr>
            <a:xfrm rot="8901965">
              <a:off x="3130551" y="555042"/>
              <a:ext cx="1370251" cy="1274286"/>
            </a:xfrm>
            <a:custGeom>
              <a:avLst/>
              <a:gdLst>
                <a:gd name="connsiteX0" fmla="*/ 1051454 w 1444799"/>
                <a:gd name="connsiteY0" fmla="*/ 206792 h 1343613"/>
                <a:gd name="connsiteX1" fmla="*/ 1253384 w 1444799"/>
                <a:gd name="connsiteY1" fmla="*/ 532548 h 1343613"/>
                <a:gd name="connsiteX2" fmla="*/ 1443884 w 1444799"/>
                <a:gd name="connsiteY2" fmla="*/ 904023 h 1343613"/>
                <a:gd name="connsiteX3" fmla="*/ 1145752 w 1444799"/>
                <a:gd name="connsiteY3" fmla="*/ 1165960 h 1343613"/>
                <a:gd name="connsiteX4" fmla="*/ 728556 w 1444799"/>
                <a:gd name="connsiteY4" fmla="*/ 1305025 h 1343613"/>
                <a:gd name="connsiteX5" fmla="*/ 267546 w 1444799"/>
                <a:gd name="connsiteY5" fmla="*/ 1305025 h 1343613"/>
                <a:gd name="connsiteX6" fmla="*/ 21801 w 1444799"/>
                <a:gd name="connsiteY6" fmla="*/ 912595 h 1343613"/>
                <a:gd name="connsiteX7" fmla="*/ 64664 w 1444799"/>
                <a:gd name="connsiteY7" fmla="*/ 463968 h 1343613"/>
                <a:gd name="connsiteX8" fmla="*/ 405659 w 1444799"/>
                <a:gd name="connsiteY8" fmla="*/ 187742 h 1343613"/>
                <a:gd name="connsiteX9" fmla="*/ 753321 w 1444799"/>
                <a:gd name="connsiteY9" fmla="*/ 100 h 1343613"/>
                <a:gd name="connsiteX10" fmla="*/ 1051454 w 1444799"/>
                <a:gd name="connsiteY10" fmla="*/ 206792 h 1343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4799" h="1343613">
                  <a:moveTo>
                    <a:pt x="1051454" y="206792"/>
                  </a:moveTo>
                  <a:cubicBezTo>
                    <a:pt x="1128607" y="309663"/>
                    <a:pt x="1171469" y="411580"/>
                    <a:pt x="1253384" y="532548"/>
                  </a:cubicBezTo>
                  <a:cubicBezTo>
                    <a:pt x="1336252" y="652563"/>
                    <a:pt x="1457219" y="791628"/>
                    <a:pt x="1443884" y="904023"/>
                  </a:cubicBezTo>
                  <a:cubicBezTo>
                    <a:pt x="1430549" y="1016418"/>
                    <a:pt x="1282912" y="1102143"/>
                    <a:pt x="1145752" y="1165960"/>
                  </a:cubicBezTo>
                  <a:cubicBezTo>
                    <a:pt x="1008591" y="1228825"/>
                    <a:pt x="880956" y="1269783"/>
                    <a:pt x="728556" y="1305025"/>
                  </a:cubicBezTo>
                  <a:cubicBezTo>
                    <a:pt x="575204" y="1340268"/>
                    <a:pt x="397086" y="1370748"/>
                    <a:pt x="267546" y="1305025"/>
                  </a:cubicBezTo>
                  <a:cubicBezTo>
                    <a:pt x="138959" y="1239303"/>
                    <a:pt x="58949" y="1076425"/>
                    <a:pt x="21801" y="912595"/>
                  </a:cubicBezTo>
                  <a:cubicBezTo>
                    <a:pt x="-14394" y="748765"/>
                    <a:pt x="-8679" y="583030"/>
                    <a:pt x="64664" y="463968"/>
                  </a:cubicBezTo>
                  <a:cubicBezTo>
                    <a:pt x="138006" y="345858"/>
                    <a:pt x="278976" y="274420"/>
                    <a:pt x="405659" y="187742"/>
                  </a:cubicBezTo>
                  <a:cubicBezTo>
                    <a:pt x="531389" y="101065"/>
                    <a:pt x="642831" y="100"/>
                    <a:pt x="753321" y="100"/>
                  </a:cubicBezTo>
                  <a:cubicBezTo>
                    <a:pt x="864764" y="1052"/>
                    <a:pt x="974301" y="104875"/>
                    <a:pt x="1051454" y="206792"/>
                  </a:cubicBezTo>
                  <a:close/>
                </a:path>
              </a:pathLst>
            </a:custGeom>
            <a:solidFill>
              <a:srgbClr val="FF9900"/>
            </a:solidFill>
            <a:ln w="9525" cap="flat">
              <a:noFill/>
              <a:prstDash val="solid"/>
              <a:miter/>
            </a:ln>
          </p:spPr>
          <p:txBody>
            <a:bodyPr rtlCol="0" anchor="ctr"/>
            <a:lstStyle/>
            <a:p>
              <a:endParaRPr lang="en-IN"/>
            </a:p>
          </p:txBody>
        </p:sp>
      </p:grpSp>
      <p:sp>
        <p:nvSpPr>
          <p:cNvPr id="9" name="Freeform: Shape 8">
            <a:extLst>
              <a:ext uri="{FF2B5EF4-FFF2-40B4-BE49-F238E27FC236}">
                <a16:creationId xmlns:a16="http://schemas.microsoft.com/office/drawing/2014/main" id="{B22F9731-B0FC-4706-9E67-202F61A914FF}"/>
              </a:ext>
            </a:extLst>
          </p:cNvPr>
          <p:cNvSpPr/>
          <p:nvPr/>
        </p:nvSpPr>
        <p:spPr>
          <a:xfrm>
            <a:off x="4636606" y="3867382"/>
            <a:ext cx="1971876" cy="368374"/>
          </a:xfrm>
          <a:custGeom>
            <a:avLst/>
            <a:gdLst>
              <a:gd name="connsiteX0" fmla="*/ 4569032 w 4609853"/>
              <a:gd name="connsiteY0" fmla="*/ 413392 h 1039050"/>
              <a:gd name="connsiteX1" fmla="*/ 2522490 w 4609853"/>
              <a:gd name="connsiteY1" fmla="*/ 1039051 h 1039050"/>
              <a:gd name="connsiteX2" fmla="*/ 22339 w 4609853"/>
              <a:gd name="connsiteY2" fmla="*/ 85017 h 1039050"/>
              <a:gd name="connsiteX3" fmla="*/ 79146 w 4609853"/>
              <a:gd name="connsiteY3" fmla="*/ 10798 h 1039050"/>
              <a:gd name="connsiteX4" fmla="*/ 2580535 w 4609853"/>
              <a:gd name="connsiteY4" fmla="*/ 674186 h 1039050"/>
              <a:gd name="connsiteX5" fmla="*/ 4488602 w 4609853"/>
              <a:gd name="connsiteY5" fmla="*/ 284033 h 1039050"/>
              <a:gd name="connsiteX6" fmla="*/ 4569032 w 4609853"/>
              <a:gd name="connsiteY6" fmla="*/ 413392 h 103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09853" h="1039050">
                <a:moveTo>
                  <a:pt x="4569032" y="413392"/>
                </a:moveTo>
                <a:cubicBezTo>
                  <a:pt x="4015524" y="821376"/>
                  <a:pt x="3213233" y="1039051"/>
                  <a:pt x="2522490" y="1039051"/>
                </a:cubicBezTo>
                <a:cubicBezTo>
                  <a:pt x="1553940" y="1039051"/>
                  <a:pt x="682003" y="680825"/>
                  <a:pt x="22339" y="85017"/>
                </a:cubicBezTo>
                <a:cubicBezTo>
                  <a:pt x="-29486" y="38164"/>
                  <a:pt x="16958" y="-25682"/>
                  <a:pt x="79146" y="10798"/>
                </a:cubicBezTo>
                <a:cubicBezTo>
                  <a:pt x="791045" y="425003"/>
                  <a:pt x="1671279" y="674186"/>
                  <a:pt x="2580535" y="674186"/>
                </a:cubicBezTo>
                <a:cubicBezTo>
                  <a:pt x="3193755" y="674186"/>
                  <a:pt x="3868334" y="547313"/>
                  <a:pt x="4488602" y="284033"/>
                </a:cubicBezTo>
                <a:cubicBezTo>
                  <a:pt x="4582300" y="244228"/>
                  <a:pt x="4660662" y="345393"/>
                  <a:pt x="4569032" y="413392"/>
                </a:cubicBezTo>
              </a:path>
            </a:pathLst>
          </a:custGeom>
          <a:solidFill>
            <a:srgbClr val="FF9900"/>
          </a:solidFill>
          <a:ln w="9525" cap="flat">
            <a:no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753DC809-06A1-40CF-AA17-0E8089FE7962}"/>
              </a:ext>
            </a:extLst>
          </p:cNvPr>
          <p:cNvSpPr/>
          <p:nvPr/>
        </p:nvSpPr>
        <p:spPr>
          <a:xfrm>
            <a:off x="6393463" y="3832087"/>
            <a:ext cx="405318" cy="330866"/>
          </a:xfrm>
          <a:custGeom>
            <a:avLst/>
            <a:gdLst>
              <a:gd name="connsiteX0" fmla="*/ 691963 w 947553"/>
              <a:gd name="connsiteY0" fmla="*/ 249669 h 933254"/>
              <a:gd name="connsiteX1" fmla="*/ 45996 w 947553"/>
              <a:gd name="connsiteY1" fmla="*/ 228114 h 933254"/>
              <a:gd name="connsiteX2" fmla="*/ 32309 w 947553"/>
              <a:gd name="connsiteY2" fmla="*/ 153476 h 933254"/>
              <a:gd name="connsiteX3" fmla="*/ 928297 w 947553"/>
              <a:gd name="connsiteY3" fmla="*/ 69723 h 933254"/>
              <a:gd name="connsiteX4" fmla="*/ 615258 w 947553"/>
              <a:gd name="connsiteY4" fmla="*/ 913476 h 933254"/>
              <a:gd name="connsiteX5" fmla="*/ 546430 w 947553"/>
              <a:gd name="connsiteY5" fmla="*/ 880719 h 933254"/>
              <a:gd name="connsiteX6" fmla="*/ 691963 w 947553"/>
              <a:gd name="connsiteY6" fmla="*/ 249669 h 933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7553" h="933254">
                <a:moveTo>
                  <a:pt x="691963" y="249669"/>
                </a:moveTo>
                <a:cubicBezTo>
                  <a:pt x="621477" y="159286"/>
                  <a:pt x="224275" y="206968"/>
                  <a:pt x="45996" y="228114"/>
                </a:cubicBezTo>
                <a:cubicBezTo>
                  <a:pt x="-8325" y="234743"/>
                  <a:pt x="-16612" y="187480"/>
                  <a:pt x="32309" y="153476"/>
                </a:cubicBezTo>
                <a:cubicBezTo>
                  <a:pt x="348663" y="-69171"/>
                  <a:pt x="867765" y="-4906"/>
                  <a:pt x="928297" y="69723"/>
                </a:cubicBezTo>
                <a:cubicBezTo>
                  <a:pt x="988828" y="144770"/>
                  <a:pt x="912543" y="665111"/>
                  <a:pt x="615258" y="913476"/>
                </a:cubicBezTo>
                <a:cubicBezTo>
                  <a:pt x="569652" y="951614"/>
                  <a:pt x="526123" y="931297"/>
                  <a:pt x="546430" y="880719"/>
                </a:cubicBezTo>
                <a:cubicBezTo>
                  <a:pt x="613191" y="714041"/>
                  <a:pt x="762866" y="340471"/>
                  <a:pt x="691963" y="249669"/>
                </a:cubicBezTo>
              </a:path>
            </a:pathLst>
          </a:custGeom>
          <a:solidFill>
            <a:srgbClr val="FF9900"/>
          </a:solidFill>
          <a:ln w="9525" cap="flat">
            <a:noFill/>
            <a:prstDash val="solid"/>
            <a:miter/>
          </a:ln>
        </p:spPr>
        <p:txBody>
          <a:bodyPr rtlCol="0" anchor="ctr"/>
          <a:lstStyle/>
          <a:p>
            <a:endParaRPr lang="en-IN"/>
          </a:p>
        </p:txBody>
      </p:sp>
    </p:spTree>
    <p:extLst>
      <p:ext uri="{BB962C8B-B14F-4D97-AF65-F5344CB8AC3E}">
        <p14:creationId xmlns:p14="http://schemas.microsoft.com/office/powerpoint/2010/main" val="17406971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2479</TotalTime>
  <Words>486</Words>
  <Application>Microsoft Macintosh PowerPoint</Application>
  <PresentationFormat>Widescreen</PresentationFormat>
  <Paragraphs>132</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Fira Sans</vt:lpstr>
      <vt:lpstr>Calibri Light</vt:lpstr>
      <vt:lpstr>Arial</vt:lpstr>
      <vt:lpstr>Fira Sans Medium</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Sapling Creations</dc:creator>
  <cp:lastModifiedBy>Yuan, Leon</cp:lastModifiedBy>
  <cp:revision>209</cp:revision>
  <dcterms:created xsi:type="dcterms:W3CDTF">2021-11-17T09:33:18Z</dcterms:created>
  <dcterms:modified xsi:type="dcterms:W3CDTF">2023-09-08T15:11:07Z</dcterms:modified>
</cp:coreProperties>
</file>